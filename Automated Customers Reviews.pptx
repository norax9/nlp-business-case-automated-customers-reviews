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Heading Now 71-78 Bold" charset="1" panose="00000000000000000000"/>
      <p:regular r:id="rId31"/>
    </p:embeddedFont>
    <p:embeddedFont>
      <p:font typeface="Heading Now 71-78" charset="1" panose="00000000000000000000"/>
      <p:regular r:id="rId32"/>
    </p:embeddedFont>
    <p:embeddedFont>
      <p:font typeface="Public Sans" charset="1" panose="00000000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sv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jpeg" Type="http://schemas.openxmlformats.org/officeDocument/2006/relationships/image"/><Relationship Id="rId3" Target="../media/image38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sv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Relationship Id="rId6" Target="../media/image46.png" Type="http://schemas.openxmlformats.org/officeDocument/2006/relationships/image"/><Relationship Id="rId7" Target="../media/image47.svg" Type="http://schemas.openxmlformats.org/officeDocument/2006/relationships/image"/><Relationship Id="rId8" Target="../media/image48.png" Type="http://schemas.openxmlformats.org/officeDocument/2006/relationships/image"/><Relationship Id="rId9" Target="../media/image49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51.svg" Type="http://schemas.openxmlformats.org/officeDocument/2006/relationships/image"/><Relationship Id="rId4" Target="../media/image52.png" Type="http://schemas.openxmlformats.org/officeDocument/2006/relationships/image"/><Relationship Id="rId5" Target="../media/image53.svg" Type="http://schemas.openxmlformats.org/officeDocument/2006/relationships/image"/><Relationship Id="rId6" Target="../media/image54.png" Type="http://schemas.openxmlformats.org/officeDocument/2006/relationships/image"/><Relationship Id="rId7" Target="../media/image55.svg" Type="http://schemas.openxmlformats.org/officeDocument/2006/relationships/image"/><Relationship Id="rId8" Target="../media/image56.png" Type="http://schemas.openxmlformats.org/officeDocument/2006/relationships/image"/><Relationship Id="rId9" Target="../media/image57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59.svg" Type="http://schemas.openxmlformats.org/officeDocument/2006/relationships/image"/><Relationship Id="rId4" Target="../media/image60.png" Type="http://schemas.openxmlformats.org/officeDocument/2006/relationships/image"/><Relationship Id="rId5" Target="../media/image61.svg" Type="http://schemas.openxmlformats.org/officeDocument/2006/relationships/image"/><Relationship Id="rId6" Target="../media/image62.png" Type="http://schemas.openxmlformats.org/officeDocument/2006/relationships/image"/><Relationship Id="rId7" Target="../media/image63.svg" Type="http://schemas.openxmlformats.org/officeDocument/2006/relationships/image"/><Relationship Id="rId8" Target="../media/image64.png" Type="http://schemas.openxmlformats.org/officeDocument/2006/relationships/image"/><Relationship Id="rId9" Target="../media/image65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6.png" Type="http://schemas.openxmlformats.org/officeDocument/2006/relationships/image"/><Relationship Id="rId3" Target="../media/image67.svg" Type="http://schemas.openxmlformats.org/officeDocument/2006/relationships/image"/><Relationship Id="rId4" Target="../media/image68.png" Type="http://schemas.openxmlformats.org/officeDocument/2006/relationships/image"/><Relationship Id="rId5" Target="../media/image6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1019606" y="955672"/>
            <a:ext cx="6271784" cy="155572"/>
            <a:chOff x="0" y="0"/>
            <a:chExt cx="6271781" cy="1555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6144768" cy="28575"/>
            </a:xfrm>
            <a:custGeom>
              <a:avLst/>
              <a:gdLst/>
              <a:ahLst/>
              <a:cxnLst/>
              <a:rect r="r" b="b" t="t" l="l"/>
              <a:pathLst>
                <a:path h="28575" w="6144768">
                  <a:moveTo>
                    <a:pt x="0" y="0"/>
                  </a:moveTo>
                  <a:lnTo>
                    <a:pt x="6144768" y="9525"/>
                  </a:lnTo>
                  <a:lnTo>
                    <a:pt x="6144768" y="28575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6144768" cy="28575"/>
            </a:xfrm>
            <a:custGeom>
              <a:avLst/>
              <a:gdLst/>
              <a:ahLst/>
              <a:cxnLst/>
              <a:rect r="r" b="b" t="t" l="l"/>
              <a:pathLst>
                <a:path h="28575" w="6144768">
                  <a:moveTo>
                    <a:pt x="0" y="28575"/>
                  </a:moveTo>
                  <a:lnTo>
                    <a:pt x="6144768" y="28575"/>
                  </a:lnTo>
                  <a:lnTo>
                    <a:pt x="61447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1449738" y="1264996"/>
            <a:ext cx="3513010" cy="4114800"/>
          </a:xfrm>
          <a:custGeom>
            <a:avLst/>
            <a:gdLst/>
            <a:ahLst/>
            <a:cxnLst/>
            <a:rect r="r" b="b" t="t" l="l"/>
            <a:pathLst>
              <a:path h="4114800" w="3513010">
                <a:moveTo>
                  <a:pt x="0" y="0"/>
                </a:moveTo>
                <a:lnTo>
                  <a:pt x="3513010" y="0"/>
                </a:lnTo>
                <a:lnTo>
                  <a:pt x="3513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66419" y="4844956"/>
            <a:ext cx="6183319" cy="4413344"/>
          </a:xfrm>
          <a:custGeom>
            <a:avLst/>
            <a:gdLst/>
            <a:ahLst/>
            <a:cxnLst/>
            <a:rect r="r" b="b" t="t" l="l"/>
            <a:pathLst>
              <a:path h="4413344" w="6183319">
                <a:moveTo>
                  <a:pt x="0" y="0"/>
                </a:moveTo>
                <a:lnTo>
                  <a:pt x="6183319" y="0"/>
                </a:lnTo>
                <a:lnTo>
                  <a:pt x="6183319" y="4413344"/>
                </a:lnTo>
                <a:lnTo>
                  <a:pt x="0" y="44133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28827" y="639794"/>
            <a:ext cx="9834524" cy="4454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69"/>
              </a:lnSpc>
            </a:pPr>
            <a:r>
              <a:rPr lang="en-US" b="true" sz="10913">
                <a:solidFill>
                  <a:srgbClr val="100C92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AUTOMATED CUSTOMER REVIEWS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2E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028045" y="2269084"/>
            <a:ext cx="12272029" cy="5748833"/>
            <a:chOff x="0" y="0"/>
            <a:chExt cx="12272023" cy="57488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72010" cy="5748782"/>
            </a:xfrm>
            <a:custGeom>
              <a:avLst/>
              <a:gdLst/>
              <a:ahLst/>
              <a:cxnLst/>
              <a:rect r="r" b="b" t="t" l="l"/>
              <a:pathLst>
                <a:path h="5748782" w="12272010">
                  <a:moveTo>
                    <a:pt x="0" y="5748782"/>
                  </a:moveTo>
                  <a:lnTo>
                    <a:pt x="12272010" y="5748782"/>
                  </a:lnTo>
                  <a:lnTo>
                    <a:pt x="122720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63503" y="-63503"/>
            <a:ext cx="18414997" cy="1367342"/>
            <a:chOff x="0" y="0"/>
            <a:chExt cx="18415000" cy="1367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68020"/>
              <a:ext cx="569341" cy="625348"/>
            </a:xfrm>
            <a:custGeom>
              <a:avLst/>
              <a:gdLst/>
              <a:ahLst/>
              <a:cxnLst/>
              <a:rect r="r" b="b" t="t" l="l"/>
              <a:pathLst>
                <a:path h="625348" w="569341">
                  <a:moveTo>
                    <a:pt x="0" y="0"/>
                  </a:moveTo>
                  <a:lnTo>
                    <a:pt x="0" y="625348"/>
                  </a:lnTo>
                  <a:lnTo>
                    <a:pt x="569341" y="625348"/>
                  </a:lnTo>
                  <a:lnTo>
                    <a:pt x="569341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1190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223899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816608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407666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00502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593211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4184269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776978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5369814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5960745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553581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7146290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7737348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8330057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8" y="0"/>
                  </a:lnTo>
                  <a:lnTo>
                    <a:pt x="592708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8922893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9524365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0115423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0708132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8" y="0"/>
                  </a:lnTo>
                  <a:lnTo>
                    <a:pt x="592708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1300841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891899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2484735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3077444" y="668020"/>
              <a:ext cx="592710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10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3668502" y="63500"/>
              <a:ext cx="592710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10">
                  <a:moveTo>
                    <a:pt x="0" y="0"/>
                  </a:moveTo>
                  <a:lnTo>
                    <a:pt x="0" y="604520"/>
                  </a:lnTo>
                  <a:lnTo>
                    <a:pt x="592710" y="60452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4261212" y="668020"/>
              <a:ext cx="592710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10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4853920" y="63500"/>
              <a:ext cx="592710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10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5444978" y="668020"/>
              <a:ext cx="592710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10">
                  <a:moveTo>
                    <a:pt x="0" y="625475"/>
                  </a:moveTo>
                  <a:lnTo>
                    <a:pt x="0" y="0"/>
                  </a:lnTo>
                  <a:lnTo>
                    <a:pt x="592710" y="0"/>
                  </a:lnTo>
                  <a:lnTo>
                    <a:pt x="592710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6037813" y="63500"/>
              <a:ext cx="592710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10">
                  <a:moveTo>
                    <a:pt x="0" y="0"/>
                  </a:moveTo>
                  <a:lnTo>
                    <a:pt x="0" y="604520"/>
                  </a:lnTo>
                  <a:lnTo>
                    <a:pt x="592710" y="60452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6630523" y="668020"/>
              <a:ext cx="592710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10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7221581" y="63500"/>
              <a:ext cx="592710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10">
                  <a:moveTo>
                    <a:pt x="0" y="0"/>
                  </a:moveTo>
                  <a:lnTo>
                    <a:pt x="0" y="604520"/>
                  </a:lnTo>
                  <a:lnTo>
                    <a:pt x="592710" y="60452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7814289" y="668020"/>
              <a:ext cx="537211" cy="625348"/>
            </a:xfrm>
            <a:custGeom>
              <a:avLst/>
              <a:gdLst/>
              <a:ahLst/>
              <a:cxnLst/>
              <a:rect r="r" b="b" t="t" l="l"/>
              <a:pathLst>
                <a:path h="625348" w="537211">
                  <a:moveTo>
                    <a:pt x="0" y="0"/>
                  </a:moveTo>
                  <a:lnTo>
                    <a:pt x="0" y="625348"/>
                  </a:lnTo>
                  <a:lnTo>
                    <a:pt x="537211" y="625348"/>
                  </a:lnTo>
                  <a:lnTo>
                    <a:pt x="537211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9519158" y="63500"/>
              <a:ext cx="8832342" cy="1240282"/>
            </a:xfrm>
            <a:custGeom>
              <a:avLst/>
              <a:gdLst/>
              <a:ahLst/>
              <a:cxnLst/>
              <a:rect r="r" b="b" t="t" l="l"/>
              <a:pathLst>
                <a:path h="1240282" w="8832342">
                  <a:moveTo>
                    <a:pt x="0" y="0"/>
                  </a:moveTo>
                  <a:lnTo>
                    <a:pt x="0" y="1240282"/>
                  </a:lnTo>
                  <a:lnTo>
                    <a:pt x="8832342" y="1240282"/>
                  </a:lnTo>
                  <a:lnTo>
                    <a:pt x="883234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63500" y="63500"/>
              <a:ext cx="9455658" cy="1240282"/>
            </a:xfrm>
            <a:custGeom>
              <a:avLst/>
              <a:gdLst/>
              <a:ahLst/>
              <a:cxnLst/>
              <a:rect r="r" b="b" t="t" l="l"/>
              <a:pathLst>
                <a:path h="1240282" w="9455658">
                  <a:moveTo>
                    <a:pt x="0" y="0"/>
                  </a:moveTo>
                  <a:lnTo>
                    <a:pt x="0" y="1240282"/>
                  </a:lnTo>
                  <a:lnTo>
                    <a:pt x="9455658" y="1240282"/>
                  </a:lnTo>
                  <a:lnTo>
                    <a:pt x="945565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4775302" y="4305148"/>
            <a:ext cx="8911876" cy="1636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33"/>
              </a:lnSpc>
            </a:pPr>
            <a:r>
              <a:rPr lang="en-US" b="true" sz="8166">
                <a:solidFill>
                  <a:srgbClr val="100C92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INTRODUCTION</a:t>
            </a:r>
          </a:p>
        </p:txBody>
      </p:sp>
      <p:grpSp>
        <p:nvGrpSpPr>
          <p:cNvPr name="Group 39" id="39"/>
          <p:cNvGrpSpPr>
            <a:grpSpLocks noChangeAspect="true"/>
          </p:cNvGrpSpPr>
          <p:nvPr/>
        </p:nvGrpSpPr>
        <p:grpSpPr>
          <a:xfrm rot="0">
            <a:off x="-63503" y="8823340"/>
            <a:ext cx="18414997" cy="1174747"/>
            <a:chOff x="0" y="0"/>
            <a:chExt cx="18415000" cy="11747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63500" y="66548"/>
              <a:ext cx="569341" cy="615442"/>
            </a:xfrm>
            <a:custGeom>
              <a:avLst/>
              <a:gdLst/>
              <a:ahLst/>
              <a:cxnLst/>
              <a:rect r="r" b="b" t="t" l="l"/>
              <a:pathLst>
                <a:path h="615442" w="569341">
                  <a:moveTo>
                    <a:pt x="0" y="0"/>
                  </a:moveTo>
                  <a:lnTo>
                    <a:pt x="0" y="615442"/>
                  </a:lnTo>
                  <a:lnTo>
                    <a:pt x="569341" y="615442"/>
                  </a:lnTo>
                  <a:lnTo>
                    <a:pt x="569341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631190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1223899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1816608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2407666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3000502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3593211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4184269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4776978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5369814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5960745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6553581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7146290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7737348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8330057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8" y="615442"/>
                  </a:lnTo>
                  <a:lnTo>
                    <a:pt x="592708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8922893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9524365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10115423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10708132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8" y="615442"/>
                  </a:lnTo>
                  <a:lnTo>
                    <a:pt x="592708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11300841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11891899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12484735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13077444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13668502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10" y="42926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14261212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14853920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15444978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10" y="615442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16037813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10" y="42926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16630523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17221581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10" y="42926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17814289" y="66548"/>
              <a:ext cx="537211" cy="615442"/>
            </a:xfrm>
            <a:custGeom>
              <a:avLst/>
              <a:gdLst/>
              <a:ahLst/>
              <a:cxnLst/>
              <a:rect r="r" b="b" t="t" l="l"/>
              <a:pathLst>
                <a:path h="615442" w="537211">
                  <a:moveTo>
                    <a:pt x="0" y="0"/>
                  </a:moveTo>
                  <a:lnTo>
                    <a:pt x="0" y="615442"/>
                  </a:lnTo>
                  <a:lnTo>
                    <a:pt x="537211" y="615442"/>
                  </a:lnTo>
                  <a:lnTo>
                    <a:pt x="537211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9519158" y="63500"/>
              <a:ext cx="8832342" cy="1047750"/>
            </a:xfrm>
            <a:custGeom>
              <a:avLst/>
              <a:gdLst/>
              <a:ahLst/>
              <a:cxnLst/>
              <a:rect r="r" b="b" t="t" l="l"/>
              <a:pathLst>
                <a:path h="1047750" w="8832342">
                  <a:moveTo>
                    <a:pt x="0" y="0"/>
                  </a:moveTo>
                  <a:lnTo>
                    <a:pt x="0" y="1047750"/>
                  </a:lnTo>
                  <a:lnTo>
                    <a:pt x="8832342" y="1047750"/>
                  </a:lnTo>
                  <a:lnTo>
                    <a:pt x="883234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63500" y="63500"/>
              <a:ext cx="9455658" cy="1047750"/>
            </a:xfrm>
            <a:custGeom>
              <a:avLst/>
              <a:gdLst/>
              <a:ahLst/>
              <a:cxnLst/>
              <a:rect r="r" b="b" t="t" l="l"/>
              <a:pathLst>
                <a:path h="1047750" w="9455658">
                  <a:moveTo>
                    <a:pt x="0" y="0"/>
                  </a:moveTo>
                  <a:lnTo>
                    <a:pt x="0" y="1047750"/>
                  </a:lnTo>
                  <a:lnTo>
                    <a:pt x="9455658" y="1047750"/>
                  </a:lnTo>
                  <a:lnTo>
                    <a:pt x="945565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8823943"/>
            <a:ext cx="18414997" cy="1174747"/>
            <a:chOff x="0" y="0"/>
            <a:chExt cx="18415000" cy="11747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6548"/>
              <a:ext cx="569341" cy="615442"/>
            </a:xfrm>
            <a:custGeom>
              <a:avLst/>
              <a:gdLst/>
              <a:ahLst/>
              <a:cxnLst/>
              <a:rect r="r" b="b" t="t" l="l"/>
              <a:pathLst>
                <a:path h="615442" w="569341">
                  <a:moveTo>
                    <a:pt x="0" y="0"/>
                  </a:moveTo>
                  <a:lnTo>
                    <a:pt x="0" y="615442"/>
                  </a:lnTo>
                  <a:lnTo>
                    <a:pt x="569341" y="615442"/>
                  </a:lnTo>
                  <a:lnTo>
                    <a:pt x="569341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1190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23899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816608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407666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00502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593211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184269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776978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5369814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960745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553581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7146290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7737348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8330057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8" y="615442"/>
                  </a:lnTo>
                  <a:lnTo>
                    <a:pt x="592708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8922893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9524365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0115423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0708132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8" y="615442"/>
                  </a:lnTo>
                  <a:lnTo>
                    <a:pt x="592708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1300841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1891899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2484735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3077444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3668502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10" y="42926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4261212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4853920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5444978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10" y="615442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6037813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10" y="42926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6630523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7221581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10" y="42926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7814289" y="66548"/>
              <a:ext cx="537211" cy="615442"/>
            </a:xfrm>
            <a:custGeom>
              <a:avLst/>
              <a:gdLst/>
              <a:ahLst/>
              <a:cxnLst/>
              <a:rect r="r" b="b" t="t" l="l"/>
              <a:pathLst>
                <a:path h="615442" w="537211">
                  <a:moveTo>
                    <a:pt x="0" y="0"/>
                  </a:moveTo>
                  <a:lnTo>
                    <a:pt x="0" y="615442"/>
                  </a:lnTo>
                  <a:lnTo>
                    <a:pt x="537211" y="615442"/>
                  </a:lnTo>
                  <a:lnTo>
                    <a:pt x="537211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9519158" y="63500"/>
              <a:ext cx="8832342" cy="1047750"/>
            </a:xfrm>
            <a:custGeom>
              <a:avLst/>
              <a:gdLst/>
              <a:ahLst/>
              <a:cxnLst/>
              <a:rect r="r" b="b" t="t" l="l"/>
              <a:pathLst>
                <a:path h="1047750" w="8832342">
                  <a:moveTo>
                    <a:pt x="0" y="0"/>
                  </a:moveTo>
                  <a:lnTo>
                    <a:pt x="0" y="1047750"/>
                  </a:lnTo>
                  <a:lnTo>
                    <a:pt x="8832342" y="1047750"/>
                  </a:lnTo>
                  <a:lnTo>
                    <a:pt x="883234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63500" y="63500"/>
              <a:ext cx="9455658" cy="1047750"/>
            </a:xfrm>
            <a:custGeom>
              <a:avLst/>
              <a:gdLst/>
              <a:ahLst/>
              <a:cxnLst/>
              <a:rect r="r" b="b" t="t" l="l"/>
              <a:pathLst>
                <a:path h="1047750" w="9455658">
                  <a:moveTo>
                    <a:pt x="0" y="0"/>
                  </a:moveTo>
                  <a:lnTo>
                    <a:pt x="0" y="1047750"/>
                  </a:lnTo>
                  <a:lnTo>
                    <a:pt x="9455658" y="1047750"/>
                  </a:lnTo>
                  <a:lnTo>
                    <a:pt x="945565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6" id="36"/>
          <p:cNvGrpSpPr>
            <a:grpSpLocks noChangeAspect="true"/>
          </p:cNvGrpSpPr>
          <p:nvPr/>
        </p:nvGrpSpPr>
        <p:grpSpPr>
          <a:xfrm rot="0">
            <a:off x="0" y="0"/>
            <a:ext cx="18414997" cy="1174747"/>
            <a:chOff x="0" y="0"/>
            <a:chExt cx="18415000" cy="11747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63500" y="66548"/>
              <a:ext cx="569341" cy="615442"/>
            </a:xfrm>
            <a:custGeom>
              <a:avLst/>
              <a:gdLst/>
              <a:ahLst/>
              <a:cxnLst/>
              <a:rect r="r" b="b" t="t" l="l"/>
              <a:pathLst>
                <a:path h="615442" w="569341">
                  <a:moveTo>
                    <a:pt x="0" y="0"/>
                  </a:moveTo>
                  <a:lnTo>
                    <a:pt x="0" y="615442"/>
                  </a:lnTo>
                  <a:lnTo>
                    <a:pt x="569341" y="615442"/>
                  </a:lnTo>
                  <a:lnTo>
                    <a:pt x="569341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631190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1223899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1816608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2407666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3000502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3593211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4184269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4776978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5369814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5960745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6553581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7146290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7737348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8330057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8" y="615442"/>
                  </a:lnTo>
                  <a:lnTo>
                    <a:pt x="592708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8922893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9524365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10115423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10708132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8" y="615442"/>
                  </a:lnTo>
                  <a:lnTo>
                    <a:pt x="592708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11300841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11891899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12484735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13077444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13668502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10" y="42926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14261212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14853920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15444978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10" y="615442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16037813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10" y="42926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16630523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17221581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10" y="42926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17814289" y="66548"/>
              <a:ext cx="537211" cy="615442"/>
            </a:xfrm>
            <a:custGeom>
              <a:avLst/>
              <a:gdLst/>
              <a:ahLst/>
              <a:cxnLst/>
              <a:rect r="r" b="b" t="t" l="l"/>
              <a:pathLst>
                <a:path h="615442" w="537211">
                  <a:moveTo>
                    <a:pt x="0" y="0"/>
                  </a:moveTo>
                  <a:lnTo>
                    <a:pt x="0" y="615442"/>
                  </a:lnTo>
                  <a:lnTo>
                    <a:pt x="537211" y="615442"/>
                  </a:lnTo>
                  <a:lnTo>
                    <a:pt x="537211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9519158" y="63500"/>
              <a:ext cx="8832342" cy="1047750"/>
            </a:xfrm>
            <a:custGeom>
              <a:avLst/>
              <a:gdLst/>
              <a:ahLst/>
              <a:cxnLst/>
              <a:rect r="r" b="b" t="t" l="l"/>
              <a:pathLst>
                <a:path h="1047750" w="8832342">
                  <a:moveTo>
                    <a:pt x="0" y="0"/>
                  </a:moveTo>
                  <a:lnTo>
                    <a:pt x="0" y="1047750"/>
                  </a:lnTo>
                  <a:lnTo>
                    <a:pt x="8832342" y="1047750"/>
                  </a:lnTo>
                  <a:lnTo>
                    <a:pt x="883234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63500" y="63500"/>
              <a:ext cx="9455658" cy="1047750"/>
            </a:xfrm>
            <a:custGeom>
              <a:avLst/>
              <a:gdLst/>
              <a:ahLst/>
              <a:cxnLst/>
              <a:rect r="r" b="b" t="t" l="l"/>
              <a:pathLst>
                <a:path h="1047750" w="9455658">
                  <a:moveTo>
                    <a:pt x="0" y="0"/>
                  </a:moveTo>
                  <a:lnTo>
                    <a:pt x="0" y="1047750"/>
                  </a:lnTo>
                  <a:lnTo>
                    <a:pt x="9455658" y="1047750"/>
                  </a:lnTo>
                  <a:lnTo>
                    <a:pt x="945565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70" id="70"/>
          <p:cNvSpPr/>
          <p:nvPr/>
        </p:nvSpPr>
        <p:spPr>
          <a:xfrm flipH="false" flipV="false" rot="0">
            <a:off x="2333462" y="2941945"/>
            <a:ext cx="4515556" cy="4114800"/>
          </a:xfrm>
          <a:custGeom>
            <a:avLst/>
            <a:gdLst/>
            <a:ahLst/>
            <a:cxnLst/>
            <a:rect r="r" b="b" t="t" l="l"/>
            <a:pathLst>
              <a:path h="4114800" w="4515556">
                <a:moveTo>
                  <a:pt x="0" y="0"/>
                </a:moveTo>
                <a:lnTo>
                  <a:pt x="4515555" y="0"/>
                </a:lnTo>
                <a:lnTo>
                  <a:pt x="45155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1" id="71"/>
          <p:cNvSpPr txBox="true"/>
          <p:nvPr/>
        </p:nvSpPr>
        <p:spPr>
          <a:xfrm rot="0">
            <a:off x="8466801" y="2173434"/>
            <a:ext cx="8387953" cy="511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sz="4536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In a world where digital reviews are growing every single day it’s becoming harder for businesses and users to keep up with the thousands of opinions shared online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76493" y="646748"/>
            <a:ext cx="3183922" cy="3327711"/>
          </a:xfrm>
          <a:custGeom>
            <a:avLst/>
            <a:gdLst/>
            <a:ahLst/>
            <a:cxnLst/>
            <a:rect r="r" b="b" t="t" l="l"/>
            <a:pathLst>
              <a:path h="3327711" w="3183922">
                <a:moveTo>
                  <a:pt x="0" y="0"/>
                </a:moveTo>
                <a:lnTo>
                  <a:pt x="3183921" y="0"/>
                </a:lnTo>
                <a:lnTo>
                  <a:pt x="3183921" y="3327711"/>
                </a:lnTo>
                <a:lnTo>
                  <a:pt x="0" y="3327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15922" y="3773776"/>
            <a:ext cx="14035459" cy="3192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2"/>
              </a:lnSpc>
            </a:pPr>
            <a:r>
              <a:rPr lang="en-US" b="true" sz="6418">
                <a:solidFill>
                  <a:srgbClr val="100C92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But what if you could turn all that feedback into one smart recommendation?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6551" y="1167708"/>
            <a:ext cx="1143267" cy="4222185"/>
            <a:chOff x="0" y="0"/>
            <a:chExt cx="1143267" cy="42221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6548" y="1782445"/>
              <a:ext cx="1011809" cy="2356739"/>
            </a:xfrm>
            <a:custGeom>
              <a:avLst/>
              <a:gdLst/>
              <a:ahLst/>
              <a:cxnLst/>
              <a:rect r="r" b="b" t="t" l="l"/>
              <a:pathLst>
                <a:path h="2356739" w="1011809">
                  <a:moveTo>
                    <a:pt x="0" y="0"/>
                  </a:moveTo>
                  <a:lnTo>
                    <a:pt x="0" y="703453"/>
                  </a:lnTo>
                  <a:lnTo>
                    <a:pt x="0" y="703453"/>
                  </a:lnTo>
                  <a:cubicBezTo>
                    <a:pt x="192278" y="775589"/>
                    <a:pt x="329311" y="960882"/>
                    <a:pt x="329311" y="1178814"/>
                  </a:cubicBezTo>
                  <a:cubicBezTo>
                    <a:pt x="329311" y="1396111"/>
                    <a:pt x="192278" y="1581277"/>
                    <a:pt x="0" y="1653286"/>
                  </a:cubicBezTo>
                  <a:lnTo>
                    <a:pt x="0" y="2356740"/>
                  </a:lnTo>
                  <a:cubicBezTo>
                    <a:pt x="558419" y="2272919"/>
                    <a:pt x="989584" y="1801496"/>
                    <a:pt x="1011809" y="1225678"/>
                  </a:cubicBezTo>
                  <a:lnTo>
                    <a:pt x="1011809" y="1131952"/>
                  </a:lnTo>
                  <a:lnTo>
                    <a:pt x="1011809" y="1131952"/>
                  </a:lnTo>
                  <a:cubicBezTo>
                    <a:pt x="989584" y="555499"/>
                    <a:pt x="558419" y="83948"/>
                    <a:pt x="0" y="128"/>
                  </a:cubicBez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6548" y="63500"/>
              <a:ext cx="1013206" cy="4095242"/>
            </a:xfrm>
            <a:custGeom>
              <a:avLst/>
              <a:gdLst/>
              <a:ahLst/>
              <a:cxnLst/>
              <a:rect r="r" b="b" t="t" l="l"/>
              <a:pathLst>
                <a:path h="4095242" w="1013206">
                  <a:moveTo>
                    <a:pt x="0" y="0"/>
                  </a:moveTo>
                  <a:lnTo>
                    <a:pt x="0" y="4095242"/>
                  </a:lnTo>
                  <a:lnTo>
                    <a:pt x="1013206" y="4095242"/>
                  </a:lnTo>
                  <a:lnTo>
                    <a:pt x="101320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49719" y="2636853"/>
            <a:ext cx="17404823" cy="6482439"/>
          </a:xfrm>
          <a:custGeom>
            <a:avLst/>
            <a:gdLst/>
            <a:ahLst/>
            <a:cxnLst/>
            <a:rect r="r" b="b" t="t" l="l"/>
            <a:pathLst>
              <a:path h="6482439" w="17404823">
                <a:moveTo>
                  <a:pt x="0" y="0"/>
                </a:moveTo>
                <a:lnTo>
                  <a:pt x="17404823" y="0"/>
                </a:lnTo>
                <a:lnTo>
                  <a:pt x="17404823" y="6482439"/>
                </a:lnTo>
                <a:lnTo>
                  <a:pt x="0" y="6482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733638" y="5719772"/>
            <a:ext cx="353930" cy="469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5"/>
              </a:lnSpc>
            </a:pPr>
            <a:r>
              <a:rPr lang="en-US" sz="2396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20976" y="5719772"/>
            <a:ext cx="432483" cy="469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5"/>
              </a:lnSpc>
            </a:pPr>
            <a:r>
              <a:rPr lang="en-US" sz="2396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76036" y="5719772"/>
            <a:ext cx="436216" cy="469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5"/>
              </a:lnSpc>
            </a:pPr>
            <a:r>
              <a:rPr lang="en-US" sz="2396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14015" y="1655245"/>
            <a:ext cx="12505001" cy="3007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2"/>
              </a:lnSpc>
            </a:pPr>
            <a:r>
              <a:rPr lang="en-US" b="true" sz="6372">
                <a:solidFill>
                  <a:srgbClr val="100C92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THAT’S WHERE OUR PROJECT COMES IN</a:t>
            </a:r>
          </a:p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Using the power of Natural Language Processing (NLP) and Generative AI, we’ve built a smart review system that can: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63201" y="6862420"/>
            <a:ext cx="3762137" cy="1568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3"/>
              </a:lnSpc>
            </a:pPr>
            <a:r>
              <a:rPr lang="en-US" sz="2996">
                <a:solidFill>
                  <a:srgbClr val="100C92"/>
                </a:solidFill>
                <a:latin typeface="Public Sans"/>
                <a:ea typeface="Public Sans"/>
                <a:cs typeface="Public Sans"/>
                <a:sym typeface="Public Sans"/>
              </a:rPr>
              <a:t>Classifies reviews as positive, neutral, or negative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86702" y="6862420"/>
            <a:ext cx="3825583" cy="1568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3"/>
              </a:lnSpc>
            </a:pPr>
            <a:r>
              <a:rPr lang="en-US" sz="2996">
                <a:solidFill>
                  <a:srgbClr val="100C92"/>
                </a:solidFill>
                <a:latin typeface="Public Sans"/>
                <a:ea typeface="Public Sans"/>
                <a:cs typeface="Public Sans"/>
                <a:sym typeface="Public Sans"/>
              </a:rPr>
              <a:t>Group products into clear and meaningful categories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86261" y="6862420"/>
            <a:ext cx="4997263" cy="1568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3"/>
              </a:lnSpc>
            </a:pPr>
            <a:r>
              <a:rPr lang="en-US" sz="2996">
                <a:solidFill>
                  <a:srgbClr val="100C92"/>
                </a:solidFill>
                <a:latin typeface="Public Sans"/>
                <a:ea typeface="Public Sans"/>
                <a:cs typeface="Public Sans"/>
                <a:sym typeface="Public Sans"/>
              </a:rPr>
              <a:t>Summarize all the feedback into short, helpful recommendation articles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2E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028045" y="2269084"/>
            <a:ext cx="12272029" cy="5748833"/>
            <a:chOff x="0" y="0"/>
            <a:chExt cx="12272023" cy="57488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72010" cy="5748782"/>
            </a:xfrm>
            <a:custGeom>
              <a:avLst/>
              <a:gdLst/>
              <a:ahLst/>
              <a:cxnLst/>
              <a:rect r="r" b="b" t="t" l="l"/>
              <a:pathLst>
                <a:path h="5748782" w="12272010">
                  <a:moveTo>
                    <a:pt x="0" y="5748782"/>
                  </a:moveTo>
                  <a:lnTo>
                    <a:pt x="12272010" y="5748782"/>
                  </a:lnTo>
                  <a:lnTo>
                    <a:pt x="122720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63503" y="-63503"/>
            <a:ext cx="18414997" cy="1367342"/>
            <a:chOff x="0" y="0"/>
            <a:chExt cx="18415000" cy="1367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68020"/>
              <a:ext cx="569341" cy="625348"/>
            </a:xfrm>
            <a:custGeom>
              <a:avLst/>
              <a:gdLst/>
              <a:ahLst/>
              <a:cxnLst/>
              <a:rect r="r" b="b" t="t" l="l"/>
              <a:pathLst>
                <a:path h="625348" w="569341">
                  <a:moveTo>
                    <a:pt x="0" y="0"/>
                  </a:moveTo>
                  <a:lnTo>
                    <a:pt x="0" y="625348"/>
                  </a:lnTo>
                  <a:lnTo>
                    <a:pt x="569341" y="625348"/>
                  </a:lnTo>
                  <a:lnTo>
                    <a:pt x="569341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1190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223899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816608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407666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00502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593211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4184269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776978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5369814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5960745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553581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7146290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7737348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8330057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8" y="0"/>
                  </a:lnTo>
                  <a:lnTo>
                    <a:pt x="592708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8922893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9524365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0115423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0708132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8" y="0"/>
                  </a:lnTo>
                  <a:lnTo>
                    <a:pt x="592708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1300841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891899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2484735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3077444" y="668020"/>
              <a:ext cx="592710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10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3668502" y="63500"/>
              <a:ext cx="592710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10">
                  <a:moveTo>
                    <a:pt x="0" y="0"/>
                  </a:moveTo>
                  <a:lnTo>
                    <a:pt x="0" y="604520"/>
                  </a:lnTo>
                  <a:lnTo>
                    <a:pt x="592710" y="60452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4261212" y="668020"/>
              <a:ext cx="592710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10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4853920" y="63500"/>
              <a:ext cx="592710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10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5444978" y="668020"/>
              <a:ext cx="592710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10">
                  <a:moveTo>
                    <a:pt x="0" y="625475"/>
                  </a:moveTo>
                  <a:lnTo>
                    <a:pt x="0" y="0"/>
                  </a:lnTo>
                  <a:lnTo>
                    <a:pt x="592710" y="0"/>
                  </a:lnTo>
                  <a:lnTo>
                    <a:pt x="592710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6037813" y="63500"/>
              <a:ext cx="592710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10">
                  <a:moveTo>
                    <a:pt x="0" y="0"/>
                  </a:moveTo>
                  <a:lnTo>
                    <a:pt x="0" y="604520"/>
                  </a:lnTo>
                  <a:lnTo>
                    <a:pt x="592710" y="60452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6630523" y="668020"/>
              <a:ext cx="592710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10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7221581" y="63500"/>
              <a:ext cx="592710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10">
                  <a:moveTo>
                    <a:pt x="0" y="0"/>
                  </a:moveTo>
                  <a:lnTo>
                    <a:pt x="0" y="604520"/>
                  </a:lnTo>
                  <a:lnTo>
                    <a:pt x="592710" y="60452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7814289" y="668020"/>
              <a:ext cx="537211" cy="625348"/>
            </a:xfrm>
            <a:custGeom>
              <a:avLst/>
              <a:gdLst/>
              <a:ahLst/>
              <a:cxnLst/>
              <a:rect r="r" b="b" t="t" l="l"/>
              <a:pathLst>
                <a:path h="625348" w="537211">
                  <a:moveTo>
                    <a:pt x="0" y="0"/>
                  </a:moveTo>
                  <a:lnTo>
                    <a:pt x="0" y="625348"/>
                  </a:lnTo>
                  <a:lnTo>
                    <a:pt x="537211" y="625348"/>
                  </a:lnTo>
                  <a:lnTo>
                    <a:pt x="537211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9519158" y="63500"/>
              <a:ext cx="8832342" cy="1240282"/>
            </a:xfrm>
            <a:custGeom>
              <a:avLst/>
              <a:gdLst/>
              <a:ahLst/>
              <a:cxnLst/>
              <a:rect r="r" b="b" t="t" l="l"/>
              <a:pathLst>
                <a:path h="1240282" w="8832342">
                  <a:moveTo>
                    <a:pt x="0" y="0"/>
                  </a:moveTo>
                  <a:lnTo>
                    <a:pt x="0" y="1240282"/>
                  </a:lnTo>
                  <a:lnTo>
                    <a:pt x="8832342" y="1240282"/>
                  </a:lnTo>
                  <a:lnTo>
                    <a:pt x="883234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63500" y="63500"/>
              <a:ext cx="9455658" cy="1240282"/>
            </a:xfrm>
            <a:custGeom>
              <a:avLst/>
              <a:gdLst/>
              <a:ahLst/>
              <a:cxnLst/>
              <a:rect r="r" b="b" t="t" l="l"/>
              <a:pathLst>
                <a:path h="1240282" w="9455658">
                  <a:moveTo>
                    <a:pt x="0" y="0"/>
                  </a:moveTo>
                  <a:lnTo>
                    <a:pt x="0" y="1240282"/>
                  </a:lnTo>
                  <a:lnTo>
                    <a:pt x="9455658" y="1240282"/>
                  </a:lnTo>
                  <a:lnTo>
                    <a:pt x="945565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8" id="38"/>
          <p:cNvGrpSpPr>
            <a:grpSpLocks noChangeAspect="true"/>
          </p:cNvGrpSpPr>
          <p:nvPr/>
        </p:nvGrpSpPr>
        <p:grpSpPr>
          <a:xfrm rot="0">
            <a:off x="-63503" y="9175747"/>
            <a:ext cx="18414997" cy="1174747"/>
            <a:chOff x="0" y="0"/>
            <a:chExt cx="18415000" cy="11747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63500" y="66548"/>
              <a:ext cx="569341" cy="615442"/>
            </a:xfrm>
            <a:custGeom>
              <a:avLst/>
              <a:gdLst/>
              <a:ahLst/>
              <a:cxnLst/>
              <a:rect r="r" b="b" t="t" l="l"/>
              <a:pathLst>
                <a:path h="615442" w="569341">
                  <a:moveTo>
                    <a:pt x="0" y="0"/>
                  </a:moveTo>
                  <a:lnTo>
                    <a:pt x="0" y="615442"/>
                  </a:lnTo>
                  <a:lnTo>
                    <a:pt x="569341" y="615442"/>
                  </a:lnTo>
                  <a:lnTo>
                    <a:pt x="569341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631190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223899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1816608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2407666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3000502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3593211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4184269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4776978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5369814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5960745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6553581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7146290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7737348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8330057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8" y="615442"/>
                  </a:lnTo>
                  <a:lnTo>
                    <a:pt x="592708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8922893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9524365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10115423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10708132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8" y="615442"/>
                  </a:lnTo>
                  <a:lnTo>
                    <a:pt x="592708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11300841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11891899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12484735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13077444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13668502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10" y="42926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14261212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14853920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15444978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10" y="615442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16037813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10" y="42926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16630523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17221581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10" y="42926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17814289" y="66548"/>
              <a:ext cx="537211" cy="615442"/>
            </a:xfrm>
            <a:custGeom>
              <a:avLst/>
              <a:gdLst/>
              <a:ahLst/>
              <a:cxnLst/>
              <a:rect r="r" b="b" t="t" l="l"/>
              <a:pathLst>
                <a:path h="615442" w="537211">
                  <a:moveTo>
                    <a:pt x="0" y="0"/>
                  </a:moveTo>
                  <a:lnTo>
                    <a:pt x="0" y="615442"/>
                  </a:lnTo>
                  <a:lnTo>
                    <a:pt x="537211" y="615442"/>
                  </a:lnTo>
                  <a:lnTo>
                    <a:pt x="537211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9519158" y="63500"/>
              <a:ext cx="8832342" cy="1047750"/>
            </a:xfrm>
            <a:custGeom>
              <a:avLst/>
              <a:gdLst/>
              <a:ahLst/>
              <a:cxnLst/>
              <a:rect r="r" b="b" t="t" l="l"/>
              <a:pathLst>
                <a:path h="1047750" w="8832342">
                  <a:moveTo>
                    <a:pt x="0" y="0"/>
                  </a:moveTo>
                  <a:lnTo>
                    <a:pt x="0" y="1047750"/>
                  </a:lnTo>
                  <a:lnTo>
                    <a:pt x="8832342" y="1047750"/>
                  </a:lnTo>
                  <a:lnTo>
                    <a:pt x="883234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63500" y="63500"/>
              <a:ext cx="9455658" cy="1047750"/>
            </a:xfrm>
            <a:custGeom>
              <a:avLst/>
              <a:gdLst/>
              <a:ahLst/>
              <a:cxnLst/>
              <a:rect r="r" b="b" t="t" l="l"/>
              <a:pathLst>
                <a:path h="1047750" w="9455658">
                  <a:moveTo>
                    <a:pt x="0" y="0"/>
                  </a:moveTo>
                  <a:lnTo>
                    <a:pt x="0" y="1047750"/>
                  </a:lnTo>
                  <a:lnTo>
                    <a:pt x="9455658" y="1047750"/>
                  </a:lnTo>
                  <a:lnTo>
                    <a:pt x="945565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72" id="72"/>
          <p:cNvSpPr txBox="true"/>
          <p:nvPr/>
        </p:nvSpPr>
        <p:spPr>
          <a:xfrm rot="0">
            <a:off x="4365069" y="4208859"/>
            <a:ext cx="9789833" cy="1636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33"/>
              </a:lnSpc>
            </a:pPr>
            <a:r>
              <a:rPr lang="en-US" b="true" sz="8166">
                <a:solidFill>
                  <a:srgbClr val="100C92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CLASSIFICATION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2E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028045" y="2269084"/>
            <a:ext cx="12272029" cy="5748833"/>
            <a:chOff x="0" y="0"/>
            <a:chExt cx="12272023" cy="57488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72010" cy="5748782"/>
            </a:xfrm>
            <a:custGeom>
              <a:avLst/>
              <a:gdLst/>
              <a:ahLst/>
              <a:cxnLst/>
              <a:rect r="r" b="b" t="t" l="l"/>
              <a:pathLst>
                <a:path h="5748782" w="12272010">
                  <a:moveTo>
                    <a:pt x="0" y="5748782"/>
                  </a:moveTo>
                  <a:lnTo>
                    <a:pt x="12272010" y="5748782"/>
                  </a:lnTo>
                  <a:lnTo>
                    <a:pt x="122720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63503" y="-63503"/>
            <a:ext cx="18414997" cy="1367342"/>
            <a:chOff x="0" y="0"/>
            <a:chExt cx="18415000" cy="1367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68020"/>
              <a:ext cx="569341" cy="625348"/>
            </a:xfrm>
            <a:custGeom>
              <a:avLst/>
              <a:gdLst/>
              <a:ahLst/>
              <a:cxnLst/>
              <a:rect r="r" b="b" t="t" l="l"/>
              <a:pathLst>
                <a:path h="625348" w="569341">
                  <a:moveTo>
                    <a:pt x="0" y="0"/>
                  </a:moveTo>
                  <a:lnTo>
                    <a:pt x="0" y="625348"/>
                  </a:lnTo>
                  <a:lnTo>
                    <a:pt x="569341" y="625348"/>
                  </a:lnTo>
                  <a:lnTo>
                    <a:pt x="569341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1190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223899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816608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407666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00502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593211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4184269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776978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5369814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5960745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553581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7146290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7737348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8330057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8" y="0"/>
                  </a:lnTo>
                  <a:lnTo>
                    <a:pt x="592708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8922893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9524365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0115423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0708132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8" y="0"/>
                  </a:lnTo>
                  <a:lnTo>
                    <a:pt x="592708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1300841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891899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2484735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3077444" y="668020"/>
              <a:ext cx="592710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10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3668502" y="63500"/>
              <a:ext cx="592710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10">
                  <a:moveTo>
                    <a:pt x="0" y="0"/>
                  </a:moveTo>
                  <a:lnTo>
                    <a:pt x="0" y="604520"/>
                  </a:lnTo>
                  <a:lnTo>
                    <a:pt x="592710" y="60452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4261212" y="668020"/>
              <a:ext cx="592710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10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4853920" y="63500"/>
              <a:ext cx="592710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10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5444978" y="668020"/>
              <a:ext cx="592710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10">
                  <a:moveTo>
                    <a:pt x="0" y="625475"/>
                  </a:moveTo>
                  <a:lnTo>
                    <a:pt x="0" y="0"/>
                  </a:lnTo>
                  <a:lnTo>
                    <a:pt x="592710" y="0"/>
                  </a:lnTo>
                  <a:lnTo>
                    <a:pt x="592710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6037813" y="63500"/>
              <a:ext cx="592710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10">
                  <a:moveTo>
                    <a:pt x="0" y="0"/>
                  </a:moveTo>
                  <a:lnTo>
                    <a:pt x="0" y="604520"/>
                  </a:lnTo>
                  <a:lnTo>
                    <a:pt x="592710" y="60452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6630523" y="668020"/>
              <a:ext cx="592710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10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7221581" y="63500"/>
              <a:ext cx="592710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10">
                  <a:moveTo>
                    <a:pt x="0" y="0"/>
                  </a:moveTo>
                  <a:lnTo>
                    <a:pt x="0" y="604520"/>
                  </a:lnTo>
                  <a:lnTo>
                    <a:pt x="592710" y="60452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7814289" y="668020"/>
              <a:ext cx="537211" cy="625348"/>
            </a:xfrm>
            <a:custGeom>
              <a:avLst/>
              <a:gdLst/>
              <a:ahLst/>
              <a:cxnLst/>
              <a:rect r="r" b="b" t="t" l="l"/>
              <a:pathLst>
                <a:path h="625348" w="537211">
                  <a:moveTo>
                    <a:pt x="0" y="0"/>
                  </a:moveTo>
                  <a:lnTo>
                    <a:pt x="0" y="625348"/>
                  </a:lnTo>
                  <a:lnTo>
                    <a:pt x="537211" y="625348"/>
                  </a:lnTo>
                  <a:lnTo>
                    <a:pt x="537211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9519158" y="63500"/>
              <a:ext cx="8832342" cy="1240282"/>
            </a:xfrm>
            <a:custGeom>
              <a:avLst/>
              <a:gdLst/>
              <a:ahLst/>
              <a:cxnLst/>
              <a:rect r="r" b="b" t="t" l="l"/>
              <a:pathLst>
                <a:path h="1240282" w="8832342">
                  <a:moveTo>
                    <a:pt x="0" y="0"/>
                  </a:moveTo>
                  <a:lnTo>
                    <a:pt x="0" y="1240282"/>
                  </a:lnTo>
                  <a:lnTo>
                    <a:pt x="8832342" y="1240282"/>
                  </a:lnTo>
                  <a:lnTo>
                    <a:pt x="883234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63500" y="63500"/>
              <a:ext cx="9455658" cy="1240282"/>
            </a:xfrm>
            <a:custGeom>
              <a:avLst/>
              <a:gdLst/>
              <a:ahLst/>
              <a:cxnLst/>
              <a:rect r="r" b="b" t="t" l="l"/>
              <a:pathLst>
                <a:path h="1240282" w="9455658">
                  <a:moveTo>
                    <a:pt x="0" y="0"/>
                  </a:moveTo>
                  <a:lnTo>
                    <a:pt x="0" y="1240282"/>
                  </a:lnTo>
                  <a:lnTo>
                    <a:pt x="9455658" y="1240282"/>
                  </a:lnTo>
                  <a:lnTo>
                    <a:pt x="945565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8" id="38"/>
          <p:cNvGrpSpPr>
            <a:grpSpLocks noChangeAspect="true"/>
          </p:cNvGrpSpPr>
          <p:nvPr/>
        </p:nvGrpSpPr>
        <p:grpSpPr>
          <a:xfrm rot="0">
            <a:off x="-63503" y="9175747"/>
            <a:ext cx="18414997" cy="1174747"/>
            <a:chOff x="0" y="0"/>
            <a:chExt cx="18415000" cy="11747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63500" y="66548"/>
              <a:ext cx="569341" cy="615442"/>
            </a:xfrm>
            <a:custGeom>
              <a:avLst/>
              <a:gdLst/>
              <a:ahLst/>
              <a:cxnLst/>
              <a:rect r="r" b="b" t="t" l="l"/>
              <a:pathLst>
                <a:path h="615442" w="569341">
                  <a:moveTo>
                    <a:pt x="0" y="0"/>
                  </a:moveTo>
                  <a:lnTo>
                    <a:pt x="0" y="615442"/>
                  </a:lnTo>
                  <a:lnTo>
                    <a:pt x="569341" y="615442"/>
                  </a:lnTo>
                  <a:lnTo>
                    <a:pt x="569341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631190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223899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1816608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2407666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3000502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3593211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4184269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4776978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5369814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5960745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6553581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7146290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7737348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8330057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8" y="615442"/>
                  </a:lnTo>
                  <a:lnTo>
                    <a:pt x="592708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8922893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9524365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10115423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10708132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8" y="615442"/>
                  </a:lnTo>
                  <a:lnTo>
                    <a:pt x="592708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11300841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11891899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12484735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13077444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13668502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10" y="42926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14261212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14853920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15444978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10" y="615442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16037813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10" y="42926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16630523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17221581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10" y="42926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17814289" y="66548"/>
              <a:ext cx="537211" cy="615442"/>
            </a:xfrm>
            <a:custGeom>
              <a:avLst/>
              <a:gdLst/>
              <a:ahLst/>
              <a:cxnLst/>
              <a:rect r="r" b="b" t="t" l="l"/>
              <a:pathLst>
                <a:path h="615442" w="537211">
                  <a:moveTo>
                    <a:pt x="0" y="0"/>
                  </a:moveTo>
                  <a:lnTo>
                    <a:pt x="0" y="615442"/>
                  </a:lnTo>
                  <a:lnTo>
                    <a:pt x="537211" y="615442"/>
                  </a:lnTo>
                  <a:lnTo>
                    <a:pt x="537211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9519158" y="63500"/>
              <a:ext cx="8832342" cy="1047750"/>
            </a:xfrm>
            <a:custGeom>
              <a:avLst/>
              <a:gdLst/>
              <a:ahLst/>
              <a:cxnLst/>
              <a:rect r="r" b="b" t="t" l="l"/>
              <a:pathLst>
                <a:path h="1047750" w="8832342">
                  <a:moveTo>
                    <a:pt x="0" y="0"/>
                  </a:moveTo>
                  <a:lnTo>
                    <a:pt x="0" y="1047750"/>
                  </a:lnTo>
                  <a:lnTo>
                    <a:pt x="8832342" y="1047750"/>
                  </a:lnTo>
                  <a:lnTo>
                    <a:pt x="883234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63500" y="63500"/>
              <a:ext cx="9455658" cy="1047750"/>
            </a:xfrm>
            <a:custGeom>
              <a:avLst/>
              <a:gdLst/>
              <a:ahLst/>
              <a:cxnLst/>
              <a:rect r="r" b="b" t="t" l="l"/>
              <a:pathLst>
                <a:path h="1047750" w="9455658">
                  <a:moveTo>
                    <a:pt x="0" y="0"/>
                  </a:moveTo>
                  <a:lnTo>
                    <a:pt x="0" y="1047750"/>
                  </a:lnTo>
                  <a:lnTo>
                    <a:pt x="9455658" y="1047750"/>
                  </a:lnTo>
                  <a:lnTo>
                    <a:pt x="945565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72" id="72"/>
          <p:cNvSpPr txBox="true"/>
          <p:nvPr/>
        </p:nvSpPr>
        <p:spPr>
          <a:xfrm rot="0">
            <a:off x="5329209" y="3028798"/>
            <a:ext cx="7782154" cy="426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49"/>
              </a:lnSpc>
            </a:pPr>
            <a:r>
              <a:rPr lang="en-US" b="true" sz="8166">
                <a:solidFill>
                  <a:srgbClr val="100C92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LOAD AND PREPROCESS THE DATA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6551" y="1167708"/>
            <a:ext cx="1143267" cy="4222185"/>
          </a:xfrm>
          <a:custGeom>
            <a:avLst/>
            <a:gdLst/>
            <a:ahLst/>
            <a:cxnLst/>
            <a:rect r="r" b="b" t="t" l="l"/>
            <a:pathLst>
              <a:path h="4222185" w="1143267">
                <a:moveTo>
                  <a:pt x="0" y="0"/>
                </a:moveTo>
                <a:lnTo>
                  <a:pt x="1143267" y="0"/>
                </a:lnTo>
                <a:lnTo>
                  <a:pt x="1143267" y="4222185"/>
                </a:lnTo>
                <a:lnTo>
                  <a:pt x="0" y="42221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04009" y="4711274"/>
            <a:ext cx="142875" cy="142875"/>
          </a:xfrm>
          <a:custGeom>
            <a:avLst/>
            <a:gdLst/>
            <a:ahLst/>
            <a:cxnLst/>
            <a:rect r="r" b="b" t="t" l="l"/>
            <a:pathLst>
              <a:path h="142875" w="142875">
                <a:moveTo>
                  <a:pt x="0" y="0"/>
                </a:moveTo>
                <a:lnTo>
                  <a:pt x="142875" y="0"/>
                </a:lnTo>
                <a:lnTo>
                  <a:pt x="142875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04009" y="6310730"/>
            <a:ext cx="142875" cy="142875"/>
          </a:xfrm>
          <a:custGeom>
            <a:avLst/>
            <a:gdLst/>
            <a:ahLst/>
            <a:cxnLst/>
            <a:rect r="r" b="b" t="t" l="l"/>
            <a:pathLst>
              <a:path h="142875" w="142875">
                <a:moveTo>
                  <a:pt x="0" y="0"/>
                </a:moveTo>
                <a:lnTo>
                  <a:pt x="142875" y="0"/>
                </a:lnTo>
                <a:lnTo>
                  <a:pt x="142875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854197" y="1200541"/>
            <a:ext cx="4292127" cy="4006463"/>
          </a:xfrm>
          <a:custGeom>
            <a:avLst/>
            <a:gdLst/>
            <a:ahLst/>
            <a:cxnLst/>
            <a:rect r="r" b="b" t="t" l="l"/>
            <a:pathLst>
              <a:path h="4006463" w="4292127">
                <a:moveTo>
                  <a:pt x="0" y="0"/>
                </a:moveTo>
                <a:lnTo>
                  <a:pt x="4292127" y="0"/>
                </a:lnTo>
                <a:lnTo>
                  <a:pt x="4292127" y="4006462"/>
                </a:lnTo>
                <a:lnTo>
                  <a:pt x="0" y="40064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195797" y="6128309"/>
            <a:ext cx="1158745" cy="4222185"/>
          </a:xfrm>
          <a:custGeom>
            <a:avLst/>
            <a:gdLst/>
            <a:ahLst/>
            <a:cxnLst/>
            <a:rect r="r" b="b" t="t" l="l"/>
            <a:pathLst>
              <a:path h="4222185" w="1158745">
                <a:moveTo>
                  <a:pt x="0" y="0"/>
                </a:moveTo>
                <a:lnTo>
                  <a:pt x="1158745" y="0"/>
                </a:lnTo>
                <a:lnTo>
                  <a:pt x="1158745" y="4222185"/>
                </a:lnTo>
                <a:lnTo>
                  <a:pt x="0" y="422218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51584" y="2821248"/>
            <a:ext cx="8197148" cy="774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4"/>
              </a:lnSpc>
            </a:pPr>
            <a:r>
              <a:rPr lang="en-US" sz="3267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I used 2 </a:t>
            </a:r>
            <a:r>
              <a:rPr lang="en-US" sz="3267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Amazon review datasets: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34568" y="4249318"/>
            <a:ext cx="12043496" cy="3060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4"/>
              </a:lnSpc>
            </a:pPr>
            <a:r>
              <a:rPr lang="en-US" sz="3267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Datafiniti_Amazon_Consumer_Reviews_of_Amazon_ Products.csv Datafiniti_Amazon_Consumer_Reviews_of_Amazon_ Products_May19.csv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51584" y="1656055"/>
            <a:ext cx="7444435" cy="831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9"/>
              </a:lnSpc>
            </a:pPr>
            <a:r>
              <a:rPr lang="en-US" b="true" sz="4170">
                <a:solidFill>
                  <a:srgbClr val="100C92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Step 1: Load the Dataset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84915" y="1641424"/>
            <a:ext cx="4235548" cy="3364925"/>
          </a:xfrm>
          <a:custGeom>
            <a:avLst/>
            <a:gdLst/>
            <a:ahLst/>
            <a:cxnLst/>
            <a:rect r="r" b="b" t="t" l="l"/>
            <a:pathLst>
              <a:path h="3364925" w="4235548">
                <a:moveTo>
                  <a:pt x="0" y="0"/>
                </a:moveTo>
                <a:lnTo>
                  <a:pt x="4235549" y="0"/>
                </a:lnTo>
                <a:lnTo>
                  <a:pt x="4235549" y="3364926"/>
                </a:lnTo>
                <a:lnTo>
                  <a:pt x="0" y="3364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46234" y="3235795"/>
            <a:ext cx="2333625" cy="2162175"/>
          </a:xfrm>
          <a:custGeom>
            <a:avLst/>
            <a:gdLst/>
            <a:ahLst/>
            <a:cxnLst/>
            <a:rect r="r" b="b" t="t" l="l"/>
            <a:pathLst>
              <a:path h="2162175" w="2333625">
                <a:moveTo>
                  <a:pt x="0" y="0"/>
                </a:moveTo>
                <a:lnTo>
                  <a:pt x="2333625" y="0"/>
                </a:lnTo>
                <a:lnTo>
                  <a:pt x="2333625" y="2162175"/>
                </a:lnTo>
                <a:lnTo>
                  <a:pt x="0" y="21621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66551" y="1167708"/>
            <a:ext cx="1143267" cy="4222185"/>
            <a:chOff x="0" y="0"/>
            <a:chExt cx="1143267" cy="42221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6548" y="1782445"/>
              <a:ext cx="1011809" cy="2356739"/>
            </a:xfrm>
            <a:custGeom>
              <a:avLst/>
              <a:gdLst/>
              <a:ahLst/>
              <a:cxnLst/>
              <a:rect r="r" b="b" t="t" l="l"/>
              <a:pathLst>
                <a:path h="2356739" w="1011809">
                  <a:moveTo>
                    <a:pt x="0" y="0"/>
                  </a:moveTo>
                  <a:lnTo>
                    <a:pt x="0" y="703453"/>
                  </a:lnTo>
                  <a:lnTo>
                    <a:pt x="0" y="703453"/>
                  </a:lnTo>
                  <a:cubicBezTo>
                    <a:pt x="192278" y="775589"/>
                    <a:pt x="329311" y="960882"/>
                    <a:pt x="329311" y="1178814"/>
                  </a:cubicBezTo>
                  <a:cubicBezTo>
                    <a:pt x="329311" y="1396111"/>
                    <a:pt x="192278" y="1581277"/>
                    <a:pt x="0" y="1653286"/>
                  </a:cubicBezTo>
                  <a:lnTo>
                    <a:pt x="0" y="2356740"/>
                  </a:lnTo>
                  <a:cubicBezTo>
                    <a:pt x="558419" y="2272919"/>
                    <a:pt x="989584" y="1801496"/>
                    <a:pt x="1011809" y="1225678"/>
                  </a:cubicBezTo>
                  <a:lnTo>
                    <a:pt x="1011809" y="1131952"/>
                  </a:lnTo>
                  <a:lnTo>
                    <a:pt x="1011809" y="1131952"/>
                  </a:lnTo>
                  <a:cubicBezTo>
                    <a:pt x="989584" y="555499"/>
                    <a:pt x="558419" y="83948"/>
                    <a:pt x="0" y="128"/>
                  </a:cubicBez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6548" y="63500"/>
              <a:ext cx="1013206" cy="4095242"/>
            </a:xfrm>
            <a:custGeom>
              <a:avLst/>
              <a:gdLst/>
              <a:ahLst/>
              <a:cxnLst/>
              <a:rect r="r" b="b" t="t" l="l"/>
              <a:pathLst>
                <a:path h="4095242" w="1013206">
                  <a:moveTo>
                    <a:pt x="0" y="0"/>
                  </a:moveTo>
                  <a:lnTo>
                    <a:pt x="0" y="4095242"/>
                  </a:lnTo>
                  <a:lnTo>
                    <a:pt x="1013206" y="4095242"/>
                  </a:lnTo>
                  <a:lnTo>
                    <a:pt x="101320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828162" y="6192336"/>
            <a:ext cx="142875" cy="142875"/>
            <a:chOff x="0" y="0"/>
            <a:chExt cx="142875" cy="1428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3002" cy="142875"/>
            </a:xfrm>
            <a:custGeom>
              <a:avLst/>
              <a:gdLst/>
              <a:ahLst/>
              <a:cxnLst/>
              <a:rect r="r" b="b" t="t" l="l"/>
              <a:pathLst>
                <a:path h="142875" w="143002">
                  <a:moveTo>
                    <a:pt x="142875" y="71374"/>
                  </a:moveTo>
                  <a:cubicBezTo>
                    <a:pt x="142875" y="76073"/>
                    <a:pt x="142367" y="80772"/>
                    <a:pt x="141478" y="85344"/>
                  </a:cubicBezTo>
                  <a:cubicBezTo>
                    <a:pt x="140589" y="89916"/>
                    <a:pt x="139192" y="94361"/>
                    <a:pt x="137414" y="98806"/>
                  </a:cubicBezTo>
                  <a:cubicBezTo>
                    <a:pt x="135636" y="103251"/>
                    <a:pt x="133477" y="107315"/>
                    <a:pt x="130810" y="111125"/>
                  </a:cubicBezTo>
                  <a:cubicBezTo>
                    <a:pt x="128143" y="114935"/>
                    <a:pt x="125222" y="118618"/>
                    <a:pt x="121920" y="121920"/>
                  </a:cubicBezTo>
                  <a:cubicBezTo>
                    <a:pt x="118618" y="125222"/>
                    <a:pt x="114935" y="128143"/>
                    <a:pt x="111125" y="130810"/>
                  </a:cubicBezTo>
                  <a:cubicBezTo>
                    <a:pt x="107315" y="133477"/>
                    <a:pt x="103124" y="135636"/>
                    <a:pt x="98806" y="137414"/>
                  </a:cubicBezTo>
                  <a:cubicBezTo>
                    <a:pt x="94488" y="139192"/>
                    <a:pt x="90043" y="140589"/>
                    <a:pt x="85344" y="141478"/>
                  </a:cubicBezTo>
                  <a:cubicBezTo>
                    <a:pt x="80645" y="142367"/>
                    <a:pt x="76073" y="142875"/>
                    <a:pt x="71374" y="142875"/>
                  </a:cubicBezTo>
                  <a:cubicBezTo>
                    <a:pt x="66675" y="142875"/>
                    <a:pt x="61976" y="142367"/>
                    <a:pt x="57404" y="141478"/>
                  </a:cubicBezTo>
                  <a:cubicBezTo>
                    <a:pt x="52832" y="140589"/>
                    <a:pt x="48387" y="139192"/>
                    <a:pt x="43942" y="137414"/>
                  </a:cubicBezTo>
                  <a:cubicBezTo>
                    <a:pt x="39497" y="135636"/>
                    <a:pt x="35433" y="133477"/>
                    <a:pt x="31623" y="130810"/>
                  </a:cubicBezTo>
                  <a:cubicBezTo>
                    <a:pt x="27813" y="128143"/>
                    <a:pt x="24130" y="125222"/>
                    <a:pt x="20828" y="121920"/>
                  </a:cubicBezTo>
                  <a:cubicBezTo>
                    <a:pt x="17526" y="118618"/>
                    <a:pt x="14605" y="114935"/>
                    <a:pt x="11938" y="111125"/>
                  </a:cubicBezTo>
                  <a:cubicBezTo>
                    <a:pt x="9271" y="107315"/>
                    <a:pt x="7112" y="103124"/>
                    <a:pt x="5334" y="98806"/>
                  </a:cubicBezTo>
                  <a:cubicBezTo>
                    <a:pt x="3556" y="94488"/>
                    <a:pt x="2286" y="89916"/>
                    <a:pt x="1397" y="85344"/>
                  </a:cubicBezTo>
                  <a:cubicBezTo>
                    <a:pt x="508" y="80772"/>
                    <a:pt x="0" y="76073"/>
                    <a:pt x="0" y="71374"/>
                  </a:cubicBezTo>
                  <a:cubicBezTo>
                    <a:pt x="0" y="66675"/>
                    <a:pt x="508" y="61976"/>
                    <a:pt x="1397" y="57404"/>
                  </a:cubicBezTo>
                  <a:cubicBezTo>
                    <a:pt x="2286" y="52832"/>
                    <a:pt x="3683" y="48387"/>
                    <a:pt x="5461" y="43942"/>
                  </a:cubicBezTo>
                  <a:cubicBezTo>
                    <a:pt x="7239" y="39497"/>
                    <a:pt x="9398" y="35433"/>
                    <a:pt x="12065" y="31623"/>
                  </a:cubicBezTo>
                  <a:cubicBezTo>
                    <a:pt x="14732" y="27813"/>
                    <a:pt x="17653" y="24130"/>
                    <a:pt x="20955" y="20828"/>
                  </a:cubicBezTo>
                  <a:cubicBezTo>
                    <a:pt x="24257" y="17526"/>
                    <a:pt x="27940" y="14605"/>
                    <a:pt x="31750" y="11938"/>
                  </a:cubicBezTo>
                  <a:cubicBezTo>
                    <a:pt x="35560" y="9271"/>
                    <a:pt x="39751" y="7112"/>
                    <a:pt x="44069" y="5334"/>
                  </a:cubicBezTo>
                  <a:cubicBezTo>
                    <a:pt x="48387" y="3556"/>
                    <a:pt x="52959" y="2286"/>
                    <a:pt x="57531" y="1397"/>
                  </a:cubicBezTo>
                  <a:cubicBezTo>
                    <a:pt x="62103" y="508"/>
                    <a:pt x="66802" y="0"/>
                    <a:pt x="71501" y="0"/>
                  </a:cubicBezTo>
                  <a:cubicBezTo>
                    <a:pt x="76200" y="0"/>
                    <a:pt x="80899" y="508"/>
                    <a:pt x="85471" y="1397"/>
                  </a:cubicBezTo>
                  <a:cubicBezTo>
                    <a:pt x="90043" y="2286"/>
                    <a:pt x="94488" y="3683"/>
                    <a:pt x="98933" y="5461"/>
                  </a:cubicBezTo>
                  <a:cubicBezTo>
                    <a:pt x="103378" y="7239"/>
                    <a:pt x="107442" y="9398"/>
                    <a:pt x="111252" y="12065"/>
                  </a:cubicBezTo>
                  <a:cubicBezTo>
                    <a:pt x="115062" y="14732"/>
                    <a:pt x="118745" y="17653"/>
                    <a:pt x="122047" y="20955"/>
                  </a:cubicBezTo>
                  <a:cubicBezTo>
                    <a:pt x="125349" y="24257"/>
                    <a:pt x="128270" y="27940"/>
                    <a:pt x="130937" y="31750"/>
                  </a:cubicBezTo>
                  <a:cubicBezTo>
                    <a:pt x="133604" y="35560"/>
                    <a:pt x="135763" y="39751"/>
                    <a:pt x="137541" y="44069"/>
                  </a:cubicBezTo>
                  <a:cubicBezTo>
                    <a:pt x="139319" y="48387"/>
                    <a:pt x="140716" y="52832"/>
                    <a:pt x="141605" y="57531"/>
                  </a:cubicBezTo>
                  <a:cubicBezTo>
                    <a:pt x="142494" y="62230"/>
                    <a:pt x="143002" y="66802"/>
                    <a:pt x="143002" y="71501"/>
                  </a:cubicBezTo>
                  <a:close/>
                </a:path>
              </a:pathLst>
            </a:custGeom>
            <a:solidFill>
              <a:srgbClr val="100C92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828162" y="6963861"/>
            <a:ext cx="142875" cy="142875"/>
            <a:chOff x="0" y="0"/>
            <a:chExt cx="142875" cy="1428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3002" cy="142875"/>
            </a:xfrm>
            <a:custGeom>
              <a:avLst/>
              <a:gdLst/>
              <a:ahLst/>
              <a:cxnLst/>
              <a:rect r="r" b="b" t="t" l="l"/>
              <a:pathLst>
                <a:path h="142875" w="143002">
                  <a:moveTo>
                    <a:pt x="142875" y="71374"/>
                  </a:moveTo>
                  <a:cubicBezTo>
                    <a:pt x="142875" y="76073"/>
                    <a:pt x="142367" y="80772"/>
                    <a:pt x="141478" y="85344"/>
                  </a:cubicBezTo>
                  <a:cubicBezTo>
                    <a:pt x="140589" y="89916"/>
                    <a:pt x="139192" y="94361"/>
                    <a:pt x="137414" y="98806"/>
                  </a:cubicBezTo>
                  <a:cubicBezTo>
                    <a:pt x="135636" y="103251"/>
                    <a:pt x="133477" y="107315"/>
                    <a:pt x="130810" y="111125"/>
                  </a:cubicBezTo>
                  <a:cubicBezTo>
                    <a:pt x="128143" y="114935"/>
                    <a:pt x="125222" y="118618"/>
                    <a:pt x="121920" y="121920"/>
                  </a:cubicBezTo>
                  <a:cubicBezTo>
                    <a:pt x="118618" y="125222"/>
                    <a:pt x="114935" y="128143"/>
                    <a:pt x="111125" y="130810"/>
                  </a:cubicBezTo>
                  <a:cubicBezTo>
                    <a:pt x="107315" y="133477"/>
                    <a:pt x="103124" y="135636"/>
                    <a:pt x="98806" y="137414"/>
                  </a:cubicBezTo>
                  <a:cubicBezTo>
                    <a:pt x="94488" y="139192"/>
                    <a:pt x="90043" y="140589"/>
                    <a:pt x="85344" y="141478"/>
                  </a:cubicBezTo>
                  <a:cubicBezTo>
                    <a:pt x="80645" y="142367"/>
                    <a:pt x="76073" y="142875"/>
                    <a:pt x="71374" y="142875"/>
                  </a:cubicBezTo>
                  <a:cubicBezTo>
                    <a:pt x="66675" y="142875"/>
                    <a:pt x="61976" y="142367"/>
                    <a:pt x="57404" y="141478"/>
                  </a:cubicBezTo>
                  <a:cubicBezTo>
                    <a:pt x="52832" y="140589"/>
                    <a:pt x="48387" y="139192"/>
                    <a:pt x="43942" y="137414"/>
                  </a:cubicBezTo>
                  <a:cubicBezTo>
                    <a:pt x="39497" y="135636"/>
                    <a:pt x="35433" y="133477"/>
                    <a:pt x="31623" y="130810"/>
                  </a:cubicBezTo>
                  <a:cubicBezTo>
                    <a:pt x="27813" y="128143"/>
                    <a:pt x="24130" y="125222"/>
                    <a:pt x="20828" y="121920"/>
                  </a:cubicBezTo>
                  <a:cubicBezTo>
                    <a:pt x="17526" y="118618"/>
                    <a:pt x="14605" y="114935"/>
                    <a:pt x="11938" y="111125"/>
                  </a:cubicBezTo>
                  <a:cubicBezTo>
                    <a:pt x="9271" y="107315"/>
                    <a:pt x="7112" y="103124"/>
                    <a:pt x="5334" y="98806"/>
                  </a:cubicBezTo>
                  <a:cubicBezTo>
                    <a:pt x="3556" y="94488"/>
                    <a:pt x="2286" y="89916"/>
                    <a:pt x="1397" y="85344"/>
                  </a:cubicBezTo>
                  <a:cubicBezTo>
                    <a:pt x="508" y="80772"/>
                    <a:pt x="0" y="76073"/>
                    <a:pt x="0" y="71374"/>
                  </a:cubicBezTo>
                  <a:cubicBezTo>
                    <a:pt x="0" y="66675"/>
                    <a:pt x="508" y="61976"/>
                    <a:pt x="1397" y="57404"/>
                  </a:cubicBezTo>
                  <a:cubicBezTo>
                    <a:pt x="2286" y="52832"/>
                    <a:pt x="3683" y="48387"/>
                    <a:pt x="5461" y="43942"/>
                  </a:cubicBezTo>
                  <a:cubicBezTo>
                    <a:pt x="7239" y="39497"/>
                    <a:pt x="9398" y="35433"/>
                    <a:pt x="12065" y="31623"/>
                  </a:cubicBezTo>
                  <a:cubicBezTo>
                    <a:pt x="14732" y="27813"/>
                    <a:pt x="17653" y="24130"/>
                    <a:pt x="20955" y="20828"/>
                  </a:cubicBezTo>
                  <a:cubicBezTo>
                    <a:pt x="24257" y="17526"/>
                    <a:pt x="27940" y="14605"/>
                    <a:pt x="31750" y="11938"/>
                  </a:cubicBezTo>
                  <a:cubicBezTo>
                    <a:pt x="35560" y="9271"/>
                    <a:pt x="39751" y="7112"/>
                    <a:pt x="44069" y="5334"/>
                  </a:cubicBezTo>
                  <a:cubicBezTo>
                    <a:pt x="48387" y="3556"/>
                    <a:pt x="52959" y="2286"/>
                    <a:pt x="57531" y="1397"/>
                  </a:cubicBezTo>
                  <a:cubicBezTo>
                    <a:pt x="62103" y="508"/>
                    <a:pt x="66802" y="0"/>
                    <a:pt x="71501" y="0"/>
                  </a:cubicBezTo>
                  <a:cubicBezTo>
                    <a:pt x="76200" y="0"/>
                    <a:pt x="80899" y="508"/>
                    <a:pt x="85471" y="1397"/>
                  </a:cubicBezTo>
                  <a:cubicBezTo>
                    <a:pt x="90043" y="2286"/>
                    <a:pt x="94488" y="3683"/>
                    <a:pt x="98933" y="5461"/>
                  </a:cubicBezTo>
                  <a:cubicBezTo>
                    <a:pt x="103378" y="7239"/>
                    <a:pt x="107442" y="9398"/>
                    <a:pt x="111252" y="12065"/>
                  </a:cubicBezTo>
                  <a:cubicBezTo>
                    <a:pt x="115062" y="14732"/>
                    <a:pt x="118745" y="17653"/>
                    <a:pt x="122047" y="20955"/>
                  </a:cubicBezTo>
                  <a:cubicBezTo>
                    <a:pt x="125349" y="24257"/>
                    <a:pt x="128270" y="27940"/>
                    <a:pt x="130937" y="31750"/>
                  </a:cubicBezTo>
                  <a:cubicBezTo>
                    <a:pt x="133604" y="35560"/>
                    <a:pt x="135763" y="39751"/>
                    <a:pt x="137541" y="44069"/>
                  </a:cubicBezTo>
                  <a:cubicBezTo>
                    <a:pt x="139319" y="48387"/>
                    <a:pt x="140716" y="52832"/>
                    <a:pt x="141605" y="57531"/>
                  </a:cubicBezTo>
                  <a:cubicBezTo>
                    <a:pt x="142494" y="62230"/>
                    <a:pt x="143002" y="66802"/>
                    <a:pt x="143002" y="71501"/>
                  </a:cubicBezTo>
                  <a:close/>
                </a:path>
              </a:pathLst>
            </a:custGeom>
            <a:solidFill>
              <a:srgbClr val="100C92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828162" y="7735386"/>
            <a:ext cx="142875" cy="142875"/>
            <a:chOff x="0" y="0"/>
            <a:chExt cx="142875" cy="1428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3002" cy="142875"/>
            </a:xfrm>
            <a:custGeom>
              <a:avLst/>
              <a:gdLst/>
              <a:ahLst/>
              <a:cxnLst/>
              <a:rect r="r" b="b" t="t" l="l"/>
              <a:pathLst>
                <a:path h="142875" w="143002">
                  <a:moveTo>
                    <a:pt x="142875" y="71374"/>
                  </a:moveTo>
                  <a:cubicBezTo>
                    <a:pt x="142875" y="76073"/>
                    <a:pt x="142367" y="80772"/>
                    <a:pt x="141478" y="85344"/>
                  </a:cubicBezTo>
                  <a:cubicBezTo>
                    <a:pt x="140589" y="89916"/>
                    <a:pt x="139192" y="94361"/>
                    <a:pt x="137414" y="98806"/>
                  </a:cubicBezTo>
                  <a:cubicBezTo>
                    <a:pt x="135636" y="103251"/>
                    <a:pt x="133477" y="107315"/>
                    <a:pt x="130810" y="111125"/>
                  </a:cubicBezTo>
                  <a:cubicBezTo>
                    <a:pt x="128143" y="114935"/>
                    <a:pt x="125222" y="118618"/>
                    <a:pt x="121920" y="121920"/>
                  </a:cubicBezTo>
                  <a:cubicBezTo>
                    <a:pt x="118618" y="125222"/>
                    <a:pt x="114935" y="128143"/>
                    <a:pt x="111125" y="130810"/>
                  </a:cubicBezTo>
                  <a:cubicBezTo>
                    <a:pt x="107315" y="133477"/>
                    <a:pt x="103124" y="135636"/>
                    <a:pt x="98806" y="137414"/>
                  </a:cubicBezTo>
                  <a:cubicBezTo>
                    <a:pt x="94488" y="139192"/>
                    <a:pt x="90043" y="140589"/>
                    <a:pt x="85344" y="141478"/>
                  </a:cubicBezTo>
                  <a:cubicBezTo>
                    <a:pt x="80645" y="142367"/>
                    <a:pt x="76073" y="142875"/>
                    <a:pt x="71374" y="142875"/>
                  </a:cubicBezTo>
                  <a:cubicBezTo>
                    <a:pt x="66675" y="142875"/>
                    <a:pt x="61976" y="142367"/>
                    <a:pt x="57404" y="141478"/>
                  </a:cubicBezTo>
                  <a:cubicBezTo>
                    <a:pt x="52832" y="140589"/>
                    <a:pt x="48387" y="139192"/>
                    <a:pt x="43942" y="137414"/>
                  </a:cubicBezTo>
                  <a:cubicBezTo>
                    <a:pt x="39497" y="135636"/>
                    <a:pt x="35433" y="133477"/>
                    <a:pt x="31623" y="130810"/>
                  </a:cubicBezTo>
                  <a:cubicBezTo>
                    <a:pt x="27813" y="128143"/>
                    <a:pt x="24130" y="125222"/>
                    <a:pt x="20828" y="121920"/>
                  </a:cubicBezTo>
                  <a:cubicBezTo>
                    <a:pt x="17526" y="118618"/>
                    <a:pt x="14605" y="114935"/>
                    <a:pt x="11938" y="111125"/>
                  </a:cubicBezTo>
                  <a:cubicBezTo>
                    <a:pt x="9271" y="107315"/>
                    <a:pt x="7112" y="103124"/>
                    <a:pt x="5334" y="98806"/>
                  </a:cubicBezTo>
                  <a:cubicBezTo>
                    <a:pt x="3556" y="94488"/>
                    <a:pt x="2286" y="89916"/>
                    <a:pt x="1397" y="85344"/>
                  </a:cubicBezTo>
                  <a:cubicBezTo>
                    <a:pt x="508" y="80772"/>
                    <a:pt x="0" y="76073"/>
                    <a:pt x="0" y="71374"/>
                  </a:cubicBezTo>
                  <a:cubicBezTo>
                    <a:pt x="0" y="66675"/>
                    <a:pt x="508" y="61976"/>
                    <a:pt x="1397" y="57404"/>
                  </a:cubicBezTo>
                  <a:cubicBezTo>
                    <a:pt x="2286" y="52832"/>
                    <a:pt x="3683" y="48387"/>
                    <a:pt x="5461" y="43942"/>
                  </a:cubicBezTo>
                  <a:cubicBezTo>
                    <a:pt x="7239" y="39497"/>
                    <a:pt x="9398" y="35433"/>
                    <a:pt x="12065" y="31623"/>
                  </a:cubicBezTo>
                  <a:cubicBezTo>
                    <a:pt x="14732" y="27813"/>
                    <a:pt x="17653" y="24130"/>
                    <a:pt x="20955" y="20828"/>
                  </a:cubicBezTo>
                  <a:cubicBezTo>
                    <a:pt x="24257" y="17526"/>
                    <a:pt x="27940" y="14605"/>
                    <a:pt x="31750" y="11938"/>
                  </a:cubicBezTo>
                  <a:cubicBezTo>
                    <a:pt x="35560" y="9271"/>
                    <a:pt x="39751" y="7112"/>
                    <a:pt x="44069" y="5334"/>
                  </a:cubicBezTo>
                  <a:cubicBezTo>
                    <a:pt x="48387" y="3556"/>
                    <a:pt x="52959" y="2286"/>
                    <a:pt x="57531" y="1397"/>
                  </a:cubicBezTo>
                  <a:cubicBezTo>
                    <a:pt x="62103" y="508"/>
                    <a:pt x="66802" y="0"/>
                    <a:pt x="71501" y="0"/>
                  </a:cubicBezTo>
                  <a:cubicBezTo>
                    <a:pt x="76200" y="0"/>
                    <a:pt x="80899" y="508"/>
                    <a:pt x="85471" y="1397"/>
                  </a:cubicBezTo>
                  <a:cubicBezTo>
                    <a:pt x="90043" y="2286"/>
                    <a:pt x="94488" y="3683"/>
                    <a:pt x="98933" y="5461"/>
                  </a:cubicBezTo>
                  <a:cubicBezTo>
                    <a:pt x="103378" y="7239"/>
                    <a:pt x="107442" y="9398"/>
                    <a:pt x="111252" y="12065"/>
                  </a:cubicBezTo>
                  <a:cubicBezTo>
                    <a:pt x="115062" y="14732"/>
                    <a:pt x="118745" y="17653"/>
                    <a:pt x="122047" y="20955"/>
                  </a:cubicBezTo>
                  <a:cubicBezTo>
                    <a:pt x="125349" y="24257"/>
                    <a:pt x="128270" y="27940"/>
                    <a:pt x="130937" y="31750"/>
                  </a:cubicBezTo>
                  <a:cubicBezTo>
                    <a:pt x="133604" y="35560"/>
                    <a:pt x="135763" y="39751"/>
                    <a:pt x="137541" y="44069"/>
                  </a:cubicBezTo>
                  <a:cubicBezTo>
                    <a:pt x="139319" y="48387"/>
                    <a:pt x="140716" y="52832"/>
                    <a:pt x="141605" y="57531"/>
                  </a:cubicBezTo>
                  <a:cubicBezTo>
                    <a:pt x="142494" y="62230"/>
                    <a:pt x="143002" y="66802"/>
                    <a:pt x="143002" y="71501"/>
                  </a:cubicBezTo>
                  <a:close/>
                </a:path>
              </a:pathLst>
            </a:custGeom>
            <a:solidFill>
              <a:srgbClr val="100C92"/>
            </a:solid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2854197" y="1454182"/>
            <a:ext cx="4292127" cy="4006453"/>
            <a:chOff x="0" y="0"/>
            <a:chExt cx="4292130" cy="40064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4165092" cy="3436239"/>
            </a:xfrm>
            <a:custGeom>
              <a:avLst/>
              <a:gdLst/>
              <a:ahLst/>
              <a:cxnLst/>
              <a:rect r="r" b="b" t="t" l="l"/>
              <a:pathLst>
                <a:path h="3436239" w="4165092">
                  <a:moveTo>
                    <a:pt x="0" y="3436239"/>
                  </a:moveTo>
                  <a:lnTo>
                    <a:pt x="4165092" y="3436239"/>
                  </a:lnTo>
                  <a:lnTo>
                    <a:pt x="41650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892046" y="1781556"/>
              <a:ext cx="2336546" cy="2161413"/>
            </a:xfrm>
            <a:custGeom>
              <a:avLst/>
              <a:gdLst/>
              <a:ahLst/>
              <a:cxnLst/>
              <a:rect r="r" b="b" t="t" l="l"/>
              <a:pathLst>
                <a:path h="2161413" w="2336546">
                  <a:moveTo>
                    <a:pt x="0" y="2161413"/>
                  </a:moveTo>
                  <a:lnTo>
                    <a:pt x="2336546" y="2161413"/>
                  </a:lnTo>
                  <a:lnTo>
                    <a:pt x="233654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7195797" y="6128309"/>
            <a:ext cx="1158745" cy="4222185"/>
            <a:chOff x="0" y="0"/>
            <a:chExt cx="1158748" cy="42221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0" y="81534"/>
              <a:ext cx="1028700" cy="2361184"/>
            </a:xfrm>
            <a:custGeom>
              <a:avLst/>
              <a:gdLst/>
              <a:ahLst/>
              <a:cxnLst/>
              <a:rect r="r" b="b" t="t" l="l"/>
              <a:pathLst>
                <a:path h="2361184" w="1028700">
                  <a:moveTo>
                    <a:pt x="1028700" y="0"/>
                  </a:moveTo>
                  <a:cubicBezTo>
                    <a:pt x="447294" y="79248"/>
                    <a:pt x="0" y="577723"/>
                    <a:pt x="0" y="1180084"/>
                  </a:cubicBezTo>
                  <a:cubicBezTo>
                    <a:pt x="0" y="1783334"/>
                    <a:pt x="447294" y="2281936"/>
                    <a:pt x="1028700" y="2361184"/>
                  </a:cubicBezTo>
                  <a:lnTo>
                    <a:pt x="1028700" y="1661160"/>
                  </a:lnTo>
                  <a:cubicBezTo>
                    <a:pt x="828167" y="1593469"/>
                    <a:pt x="683641" y="1404112"/>
                    <a:pt x="683641" y="1180211"/>
                  </a:cubicBezTo>
                  <a:cubicBezTo>
                    <a:pt x="683641" y="957072"/>
                    <a:pt x="828167" y="767715"/>
                    <a:pt x="1028700" y="700024"/>
                  </a:cubicBezTo>
                  <a:lnTo>
                    <a:pt x="1028700" y="700024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3500" y="63500"/>
              <a:ext cx="1028700" cy="4095242"/>
            </a:xfrm>
            <a:custGeom>
              <a:avLst/>
              <a:gdLst/>
              <a:ahLst/>
              <a:cxnLst/>
              <a:rect r="r" b="b" t="t" l="l"/>
              <a:pathLst>
                <a:path h="4095242" w="1028700">
                  <a:moveTo>
                    <a:pt x="0" y="0"/>
                  </a:moveTo>
                  <a:lnTo>
                    <a:pt x="0" y="4095242"/>
                  </a:lnTo>
                  <a:lnTo>
                    <a:pt x="1028700" y="4095242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678862" y="2543473"/>
            <a:ext cx="10905430" cy="2248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9"/>
              </a:lnSpc>
            </a:pPr>
            <a:r>
              <a:rPr lang="en-US" b="true" sz="4170">
                <a:solidFill>
                  <a:srgbClr val="100C92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Step 2: Data Cleaning</a:t>
            </a:r>
          </a:p>
          <a:p>
            <a:pPr algn="l">
              <a:lnSpc>
                <a:spcPts val="6074"/>
              </a:lnSpc>
            </a:pPr>
            <a:r>
              <a:rPr lang="en-US" sz="3267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I</a:t>
            </a:r>
            <a:r>
              <a:rPr lang="en-US" sz="3267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focused on two main columns: rating and review.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32956" y="5906586"/>
            <a:ext cx="11935108" cy="2298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74"/>
              </a:lnSpc>
            </a:pPr>
            <a:r>
              <a:rPr lang="en-US" sz="3267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combine both data set</a:t>
            </a:r>
          </a:p>
          <a:p>
            <a:pPr algn="just">
              <a:lnSpc>
                <a:spcPts val="6074"/>
              </a:lnSpc>
            </a:pPr>
            <a:r>
              <a:rPr lang="en-US" sz="3267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Drop rows where ether review or rating missing </a:t>
            </a:r>
          </a:p>
          <a:p>
            <a:pPr algn="just">
              <a:lnSpc>
                <a:spcPts val="6074"/>
              </a:lnSpc>
            </a:pPr>
            <a:r>
              <a:rPr lang="en-US" sz="3267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Renam the columns for simplicity 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6551" y="1167708"/>
            <a:ext cx="1143267" cy="4222185"/>
            <a:chOff x="0" y="0"/>
            <a:chExt cx="1143267" cy="42221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6548" y="1782445"/>
              <a:ext cx="1011809" cy="2356739"/>
            </a:xfrm>
            <a:custGeom>
              <a:avLst/>
              <a:gdLst/>
              <a:ahLst/>
              <a:cxnLst/>
              <a:rect r="r" b="b" t="t" l="l"/>
              <a:pathLst>
                <a:path h="2356739" w="1011809">
                  <a:moveTo>
                    <a:pt x="0" y="0"/>
                  </a:moveTo>
                  <a:lnTo>
                    <a:pt x="0" y="703453"/>
                  </a:lnTo>
                  <a:lnTo>
                    <a:pt x="0" y="703453"/>
                  </a:lnTo>
                  <a:cubicBezTo>
                    <a:pt x="192278" y="775589"/>
                    <a:pt x="329311" y="960882"/>
                    <a:pt x="329311" y="1178814"/>
                  </a:cubicBezTo>
                  <a:cubicBezTo>
                    <a:pt x="329311" y="1396111"/>
                    <a:pt x="192278" y="1581277"/>
                    <a:pt x="0" y="1653286"/>
                  </a:cubicBezTo>
                  <a:lnTo>
                    <a:pt x="0" y="2356740"/>
                  </a:lnTo>
                  <a:cubicBezTo>
                    <a:pt x="558419" y="2272919"/>
                    <a:pt x="989584" y="1801496"/>
                    <a:pt x="1011809" y="1225678"/>
                  </a:cubicBezTo>
                  <a:lnTo>
                    <a:pt x="1011809" y="1131952"/>
                  </a:lnTo>
                  <a:lnTo>
                    <a:pt x="1011809" y="1131952"/>
                  </a:lnTo>
                  <a:cubicBezTo>
                    <a:pt x="989584" y="555499"/>
                    <a:pt x="558419" y="83948"/>
                    <a:pt x="0" y="128"/>
                  </a:cubicBez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6548" y="63500"/>
              <a:ext cx="1013206" cy="4095242"/>
            </a:xfrm>
            <a:custGeom>
              <a:avLst/>
              <a:gdLst/>
              <a:ahLst/>
              <a:cxnLst/>
              <a:rect r="r" b="b" t="t" l="l"/>
              <a:pathLst>
                <a:path h="4095242" w="1013206">
                  <a:moveTo>
                    <a:pt x="0" y="0"/>
                  </a:moveTo>
                  <a:lnTo>
                    <a:pt x="0" y="4095242"/>
                  </a:lnTo>
                  <a:lnTo>
                    <a:pt x="1013206" y="4095242"/>
                  </a:lnTo>
                  <a:lnTo>
                    <a:pt x="101320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3668239" y="7700077"/>
            <a:ext cx="1048788" cy="1555128"/>
            <a:chOff x="0" y="0"/>
            <a:chExt cx="1048791" cy="15551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0358" y="69977"/>
              <a:ext cx="908431" cy="1415542"/>
            </a:xfrm>
            <a:custGeom>
              <a:avLst/>
              <a:gdLst/>
              <a:ahLst/>
              <a:cxnLst/>
              <a:rect r="r" b="b" t="t" l="l"/>
              <a:pathLst>
                <a:path h="1415542" w="908431">
                  <a:moveTo>
                    <a:pt x="655066" y="858901"/>
                  </a:moveTo>
                  <a:cubicBezTo>
                    <a:pt x="785368" y="729488"/>
                    <a:pt x="908431" y="607314"/>
                    <a:pt x="908431" y="418084"/>
                  </a:cubicBezTo>
                  <a:cubicBezTo>
                    <a:pt x="908431" y="179832"/>
                    <a:pt x="713613" y="0"/>
                    <a:pt x="455549" y="0"/>
                  </a:cubicBezTo>
                  <a:cubicBezTo>
                    <a:pt x="159639" y="0"/>
                    <a:pt x="0" y="236601"/>
                    <a:pt x="0" y="458978"/>
                  </a:cubicBezTo>
                  <a:cubicBezTo>
                    <a:pt x="0" y="471043"/>
                    <a:pt x="9525" y="480441"/>
                    <a:pt x="21463" y="480441"/>
                  </a:cubicBezTo>
                  <a:lnTo>
                    <a:pt x="257683" y="480441"/>
                  </a:lnTo>
                  <a:cubicBezTo>
                    <a:pt x="268478" y="480441"/>
                    <a:pt x="277495" y="472313"/>
                    <a:pt x="279146" y="461518"/>
                  </a:cubicBezTo>
                  <a:cubicBezTo>
                    <a:pt x="294640" y="338455"/>
                    <a:pt x="349250" y="280924"/>
                    <a:pt x="451231" y="280924"/>
                  </a:cubicBezTo>
                  <a:cubicBezTo>
                    <a:pt x="544576" y="280924"/>
                    <a:pt x="608203" y="329946"/>
                    <a:pt x="609981" y="403098"/>
                  </a:cubicBezTo>
                  <a:cubicBezTo>
                    <a:pt x="611759" y="473583"/>
                    <a:pt x="557911" y="549783"/>
                    <a:pt x="512826" y="601345"/>
                  </a:cubicBezTo>
                  <a:cubicBezTo>
                    <a:pt x="493903" y="622808"/>
                    <a:pt x="466344" y="652145"/>
                    <a:pt x="434594" y="686054"/>
                  </a:cubicBezTo>
                  <a:cubicBezTo>
                    <a:pt x="355854" y="769493"/>
                    <a:pt x="248412" y="883539"/>
                    <a:pt x="174752" y="986282"/>
                  </a:cubicBezTo>
                  <a:cubicBezTo>
                    <a:pt x="16002" y="1207770"/>
                    <a:pt x="4445" y="1385062"/>
                    <a:pt x="3937" y="1392809"/>
                  </a:cubicBezTo>
                  <a:cubicBezTo>
                    <a:pt x="3048" y="1405255"/>
                    <a:pt x="12954" y="1415542"/>
                    <a:pt x="25400" y="1415542"/>
                  </a:cubicBezTo>
                  <a:lnTo>
                    <a:pt x="865378" y="1415542"/>
                  </a:lnTo>
                  <a:cubicBezTo>
                    <a:pt x="877443" y="1415542"/>
                    <a:pt x="886841" y="1406017"/>
                    <a:pt x="886841" y="1394079"/>
                  </a:cubicBezTo>
                  <a:lnTo>
                    <a:pt x="886841" y="1163447"/>
                  </a:lnTo>
                  <a:cubicBezTo>
                    <a:pt x="886841" y="1151382"/>
                    <a:pt x="877316" y="1141984"/>
                    <a:pt x="865378" y="1141984"/>
                  </a:cubicBezTo>
                  <a:lnTo>
                    <a:pt x="425323" y="1141984"/>
                  </a:lnTo>
                  <a:cubicBezTo>
                    <a:pt x="481711" y="1030986"/>
                    <a:pt x="569849" y="943737"/>
                    <a:pt x="655066" y="858901"/>
                  </a:cubicBezTo>
                  <a:close/>
                </a:path>
              </a:pathLst>
            </a:custGeom>
            <a:solidFill>
              <a:srgbClr val="F49E09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881" y="63500"/>
              <a:ext cx="920877" cy="1428115"/>
            </a:xfrm>
            <a:custGeom>
              <a:avLst/>
              <a:gdLst/>
              <a:ahLst/>
              <a:cxnLst/>
              <a:rect r="r" b="b" t="t" l="l"/>
              <a:pathLst>
                <a:path h="1428115" w="920877">
                  <a:moveTo>
                    <a:pt x="461518" y="12954"/>
                  </a:moveTo>
                  <a:cubicBezTo>
                    <a:pt x="716153" y="12954"/>
                    <a:pt x="907923" y="190119"/>
                    <a:pt x="907923" y="424561"/>
                  </a:cubicBezTo>
                  <a:cubicBezTo>
                    <a:pt x="907923" y="611251"/>
                    <a:pt x="785749" y="732536"/>
                    <a:pt x="656717" y="860679"/>
                  </a:cubicBezTo>
                  <a:cubicBezTo>
                    <a:pt x="571119" y="945896"/>
                    <a:pt x="482473" y="1033526"/>
                    <a:pt x="425704" y="1145413"/>
                  </a:cubicBezTo>
                  <a:cubicBezTo>
                    <a:pt x="424815" y="1147572"/>
                    <a:pt x="424815" y="1150112"/>
                    <a:pt x="426085" y="1151890"/>
                  </a:cubicBezTo>
                  <a:cubicBezTo>
                    <a:pt x="427355" y="1153668"/>
                    <a:pt x="429514" y="1154938"/>
                    <a:pt x="431673" y="1154938"/>
                  </a:cubicBezTo>
                  <a:lnTo>
                    <a:pt x="871855" y="1154938"/>
                  </a:lnTo>
                  <a:cubicBezTo>
                    <a:pt x="879983" y="1154938"/>
                    <a:pt x="886968" y="1161796"/>
                    <a:pt x="886968" y="1170051"/>
                  </a:cubicBezTo>
                  <a:lnTo>
                    <a:pt x="886968" y="1400556"/>
                  </a:lnTo>
                  <a:cubicBezTo>
                    <a:pt x="886968" y="1408684"/>
                    <a:pt x="880110" y="1415669"/>
                    <a:pt x="871855" y="1415669"/>
                  </a:cubicBezTo>
                  <a:lnTo>
                    <a:pt x="31877" y="1415669"/>
                  </a:lnTo>
                  <a:cubicBezTo>
                    <a:pt x="28067" y="1415669"/>
                    <a:pt x="24130" y="1413891"/>
                    <a:pt x="21082" y="1410970"/>
                  </a:cubicBezTo>
                  <a:cubicBezTo>
                    <a:pt x="18034" y="1408049"/>
                    <a:pt x="16383" y="1404112"/>
                    <a:pt x="16764" y="1399794"/>
                  </a:cubicBezTo>
                  <a:cubicBezTo>
                    <a:pt x="17145" y="1392047"/>
                    <a:pt x="28321" y="1216533"/>
                    <a:pt x="186182" y="996315"/>
                  </a:cubicBezTo>
                  <a:cubicBezTo>
                    <a:pt x="259715" y="893953"/>
                    <a:pt x="367284" y="779907"/>
                    <a:pt x="445516" y="696976"/>
                  </a:cubicBezTo>
                  <a:cubicBezTo>
                    <a:pt x="477393" y="662940"/>
                    <a:pt x="504825" y="633730"/>
                    <a:pt x="523748" y="612267"/>
                  </a:cubicBezTo>
                  <a:cubicBezTo>
                    <a:pt x="569722" y="559816"/>
                    <a:pt x="624459" y="482346"/>
                    <a:pt x="622681" y="409702"/>
                  </a:cubicBezTo>
                  <a:cubicBezTo>
                    <a:pt x="620903" y="332740"/>
                    <a:pt x="554228" y="281051"/>
                    <a:pt x="457454" y="281051"/>
                  </a:cubicBezTo>
                  <a:cubicBezTo>
                    <a:pt x="351663" y="281051"/>
                    <a:pt x="294894" y="340360"/>
                    <a:pt x="278892" y="467233"/>
                  </a:cubicBezTo>
                  <a:cubicBezTo>
                    <a:pt x="278003" y="474980"/>
                    <a:pt x="271526" y="480568"/>
                    <a:pt x="263779" y="480568"/>
                  </a:cubicBezTo>
                  <a:lnTo>
                    <a:pt x="27940" y="480568"/>
                  </a:lnTo>
                  <a:cubicBezTo>
                    <a:pt x="19812" y="480568"/>
                    <a:pt x="12827" y="473710"/>
                    <a:pt x="12827" y="465455"/>
                  </a:cubicBezTo>
                  <a:cubicBezTo>
                    <a:pt x="12827" y="246126"/>
                    <a:pt x="170307" y="12954"/>
                    <a:pt x="461391" y="12954"/>
                  </a:cubicBezTo>
                  <a:close/>
                  <a:moveTo>
                    <a:pt x="461010" y="0"/>
                  </a:moveTo>
                  <a:cubicBezTo>
                    <a:pt x="161544" y="254"/>
                    <a:pt x="0" y="239649"/>
                    <a:pt x="0" y="465455"/>
                  </a:cubicBezTo>
                  <a:cubicBezTo>
                    <a:pt x="0" y="480949"/>
                    <a:pt x="12446" y="493395"/>
                    <a:pt x="27940" y="493395"/>
                  </a:cubicBezTo>
                  <a:lnTo>
                    <a:pt x="263652" y="493395"/>
                  </a:lnTo>
                  <a:cubicBezTo>
                    <a:pt x="277368" y="493395"/>
                    <a:pt x="289433" y="482600"/>
                    <a:pt x="291211" y="468884"/>
                  </a:cubicBezTo>
                  <a:cubicBezTo>
                    <a:pt x="306705" y="349250"/>
                    <a:pt x="359156" y="293878"/>
                    <a:pt x="457200" y="293878"/>
                  </a:cubicBezTo>
                  <a:cubicBezTo>
                    <a:pt x="546608" y="293878"/>
                    <a:pt x="607695" y="340741"/>
                    <a:pt x="609473" y="409956"/>
                  </a:cubicBezTo>
                  <a:cubicBezTo>
                    <a:pt x="611251" y="478282"/>
                    <a:pt x="558673" y="553212"/>
                    <a:pt x="513969" y="603885"/>
                  </a:cubicBezTo>
                  <a:cubicBezTo>
                    <a:pt x="495046" y="625348"/>
                    <a:pt x="467487" y="654177"/>
                    <a:pt x="435737" y="688213"/>
                  </a:cubicBezTo>
                  <a:cubicBezTo>
                    <a:pt x="356997" y="771652"/>
                    <a:pt x="249555" y="886079"/>
                    <a:pt x="175514" y="989330"/>
                  </a:cubicBezTo>
                  <a:cubicBezTo>
                    <a:pt x="15875" y="1212088"/>
                    <a:pt x="4318" y="1391412"/>
                    <a:pt x="3937" y="1398778"/>
                  </a:cubicBezTo>
                  <a:cubicBezTo>
                    <a:pt x="3556" y="1406525"/>
                    <a:pt x="6477" y="1413891"/>
                    <a:pt x="11684" y="1419479"/>
                  </a:cubicBezTo>
                  <a:cubicBezTo>
                    <a:pt x="16891" y="1425067"/>
                    <a:pt x="24130" y="1428115"/>
                    <a:pt x="31877" y="1428115"/>
                  </a:cubicBezTo>
                  <a:lnTo>
                    <a:pt x="871855" y="1428115"/>
                  </a:lnTo>
                  <a:cubicBezTo>
                    <a:pt x="887349" y="1428115"/>
                    <a:pt x="899795" y="1415669"/>
                    <a:pt x="899795" y="1399667"/>
                  </a:cubicBezTo>
                  <a:lnTo>
                    <a:pt x="899795" y="1169543"/>
                  </a:lnTo>
                  <a:cubicBezTo>
                    <a:pt x="899795" y="1154049"/>
                    <a:pt x="887349" y="1141603"/>
                    <a:pt x="871855" y="1141603"/>
                  </a:cubicBezTo>
                  <a:lnTo>
                    <a:pt x="442214" y="1141603"/>
                  </a:lnTo>
                  <a:cubicBezTo>
                    <a:pt x="498094" y="1036193"/>
                    <a:pt x="583311" y="951484"/>
                    <a:pt x="665861" y="869823"/>
                  </a:cubicBezTo>
                  <a:cubicBezTo>
                    <a:pt x="797052" y="739394"/>
                    <a:pt x="920877" y="616331"/>
                    <a:pt x="920877" y="424561"/>
                  </a:cubicBezTo>
                  <a:cubicBezTo>
                    <a:pt x="920877" y="183007"/>
                    <a:pt x="723773" y="254"/>
                    <a:pt x="4620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921766" cy="1428115"/>
            </a:xfrm>
            <a:custGeom>
              <a:avLst/>
              <a:gdLst/>
              <a:ahLst/>
              <a:cxnLst/>
              <a:rect r="r" b="b" t="t" l="l"/>
              <a:pathLst>
                <a:path h="1428115" w="921766">
                  <a:moveTo>
                    <a:pt x="0" y="1428115"/>
                  </a:moveTo>
                  <a:lnTo>
                    <a:pt x="921766" y="1428115"/>
                  </a:lnTo>
                  <a:lnTo>
                    <a:pt x="92176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2432799" y="3428209"/>
            <a:ext cx="3605851" cy="3270618"/>
          </a:xfrm>
          <a:custGeom>
            <a:avLst/>
            <a:gdLst/>
            <a:ahLst/>
            <a:cxnLst/>
            <a:rect r="r" b="b" t="t" l="l"/>
            <a:pathLst>
              <a:path h="3270618" w="3605851">
                <a:moveTo>
                  <a:pt x="0" y="0"/>
                </a:moveTo>
                <a:lnTo>
                  <a:pt x="3605851" y="0"/>
                </a:lnTo>
                <a:lnTo>
                  <a:pt x="3605851" y="3270619"/>
                </a:lnTo>
                <a:lnTo>
                  <a:pt x="0" y="3270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591349" y="3522650"/>
            <a:ext cx="3006176" cy="3268961"/>
          </a:xfrm>
          <a:custGeom>
            <a:avLst/>
            <a:gdLst/>
            <a:ahLst/>
            <a:cxnLst/>
            <a:rect r="r" b="b" t="t" l="l"/>
            <a:pathLst>
              <a:path h="3268961" w="3006176">
                <a:moveTo>
                  <a:pt x="0" y="0"/>
                </a:moveTo>
                <a:lnTo>
                  <a:pt x="3006176" y="0"/>
                </a:lnTo>
                <a:lnTo>
                  <a:pt x="3006176" y="3268961"/>
                </a:lnTo>
                <a:lnTo>
                  <a:pt x="0" y="32689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8768677" y="7836970"/>
            <a:ext cx="651510" cy="1555128"/>
            <a:chOff x="0" y="0"/>
            <a:chExt cx="651510" cy="15551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70866" y="70104"/>
              <a:ext cx="509778" cy="1414399"/>
            </a:xfrm>
            <a:custGeom>
              <a:avLst/>
              <a:gdLst/>
              <a:ahLst/>
              <a:cxnLst/>
              <a:rect r="r" b="b" t="t" l="l"/>
              <a:pathLst>
                <a:path h="1414399" w="509778">
                  <a:moveTo>
                    <a:pt x="254000" y="0"/>
                  </a:moveTo>
                  <a:cubicBezTo>
                    <a:pt x="241808" y="0"/>
                    <a:pt x="232156" y="9652"/>
                    <a:pt x="232156" y="21844"/>
                  </a:cubicBezTo>
                  <a:lnTo>
                    <a:pt x="232156" y="45466"/>
                  </a:lnTo>
                  <a:cubicBezTo>
                    <a:pt x="232156" y="134239"/>
                    <a:pt x="160909" y="206375"/>
                    <a:pt x="73025" y="206375"/>
                  </a:cubicBezTo>
                  <a:lnTo>
                    <a:pt x="21844" y="206375"/>
                  </a:lnTo>
                  <a:cubicBezTo>
                    <a:pt x="9652" y="206375"/>
                    <a:pt x="0" y="216027"/>
                    <a:pt x="0" y="228219"/>
                  </a:cubicBezTo>
                  <a:lnTo>
                    <a:pt x="0" y="409702"/>
                  </a:lnTo>
                  <a:cubicBezTo>
                    <a:pt x="0" y="421894"/>
                    <a:pt x="9652" y="431546"/>
                    <a:pt x="21844" y="431546"/>
                  </a:cubicBezTo>
                  <a:lnTo>
                    <a:pt x="232156" y="431546"/>
                  </a:lnTo>
                  <a:lnTo>
                    <a:pt x="232156" y="1392555"/>
                  </a:lnTo>
                  <a:cubicBezTo>
                    <a:pt x="232156" y="1404747"/>
                    <a:pt x="241808" y="1414399"/>
                    <a:pt x="254000" y="1414399"/>
                  </a:cubicBezTo>
                  <a:lnTo>
                    <a:pt x="487934" y="1414399"/>
                  </a:lnTo>
                  <a:cubicBezTo>
                    <a:pt x="500126" y="1414399"/>
                    <a:pt x="509778" y="1404747"/>
                    <a:pt x="509778" y="1392555"/>
                  </a:cubicBezTo>
                  <a:lnTo>
                    <a:pt x="509778" y="21844"/>
                  </a:lnTo>
                  <a:cubicBezTo>
                    <a:pt x="509778" y="9652"/>
                    <a:pt x="500126" y="0"/>
                    <a:pt x="487934" y="0"/>
                  </a:cubicBezTo>
                  <a:lnTo>
                    <a:pt x="254000" y="0"/>
                  </a:lnTo>
                  <a:close/>
                </a:path>
              </a:pathLst>
            </a:custGeom>
            <a:solidFill>
              <a:srgbClr val="E1758C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4262" y="63500"/>
              <a:ext cx="522986" cy="1427988"/>
            </a:xfrm>
            <a:custGeom>
              <a:avLst/>
              <a:gdLst/>
              <a:ahLst/>
              <a:cxnLst/>
              <a:rect r="r" b="b" t="t" l="l"/>
              <a:pathLst>
                <a:path h="1427988" w="522986">
                  <a:moveTo>
                    <a:pt x="494538" y="13081"/>
                  </a:moveTo>
                  <a:cubicBezTo>
                    <a:pt x="502793" y="13081"/>
                    <a:pt x="509778" y="20066"/>
                    <a:pt x="509778" y="28321"/>
                  </a:cubicBezTo>
                  <a:lnTo>
                    <a:pt x="509778" y="1399540"/>
                  </a:lnTo>
                  <a:cubicBezTo>
                    <a:pt x="509778" y="1407795"/>
                    <a:pt x="502793" y="1414780"/>
                    <a:pt x="494538" y="1414780"/>
                  </a:cubicBezTo>
                  <a:lnTo>
                    <a:pt x="260604" y="1414780"/>
                  </a:lnTo>
                  <a:cubicBezTo>
                    <a:pt x="252349" y="1414780"/>
                    <a:pt x="245364" y="1407795"/>
                    <a:pt x="245364" y="1399540"/>
                  </a:cubicBezTo>
                  <a:lnTo>
                    <a:pt x="245364" y="438150"/>
                  </a:lnTo>
                  <a:cubicBezTo>
                    <a:pt x="245364" y="434594"/>
                    <a:pt x="242316" y="431546"/>
                    <a:pt x="238760" y="431546"/>
                  </a:cubicBezTo>
                  <a:lnTo>
                    <a:pt x="28448" y="431546"/>
                  </a:lnTo>
                  <a:cubicBezTo>
                    <a:pt x="20193" y="431546"/>
                    <a:pt x="13208" y="424561"/>
                    <a:pt x="13208" y="416306"/>
                  </a:cubicBezTo>
                  <a:lnTo>
                    <a:pt x="13208" y="234823"/>
                  </a:lnTo>
                  <a:cubicBezTo>
                    <a:pt x="13208" y="226568"/>
                    <a:pt x="20193" y="219583"/>
                    <a:pt x="28448" y="219583"/>
                  </a:cubicBezTo>
                  <a:lnTo>
                    <a:pt x="79629" y="219583"/>
                  </a:lnTo>
                  <a:cubicBezTo>
                    <a:pt x="171069" y="219583"/>
                    <a:pt x="245364" y="144399"/>
                    <a:pt x="245364" y="52070"/>
                  </a:cubicBezTo>
                  <a:lnTo>
                    <a:pt x="245364" y="28448"/>
                  </a:lnTo>
                  <a:cubicBezTo>
                    <a:pt x="245364" y="20193"/>
                    <a:pt x="252349" y="13208"/>
                    <a:pt x="260604" y="13208"/>
                  </a:cubicBezTo>
                  <a:close/>
                  <a:moveTo>
                    <a:pt x="260477" y="0"/>
                  </a:moveTo>
                  <a:cubicBezTo>
                    <a:pt x="244856" y="127"/>
                    <a:pt x="232156" y="12700"/>
                    <a:pt x="232156" y="28448"/>
                  </a:cubicBezTo>
                  <a:lnTo>
                    <a:pt x="232156" y="52451"/>
                  </a:lnTo>
                  <a:cubicBezTo>
                    <a:pt x="232156" y="137287"/>
                    <a:pt x="163449" y="206756"/>
                    <a:pt x="79502" y="206756"/>
                  </a:cubicBezTo>
                  <a:lnTo>
                    <a:pt x="28448" y="206756"/>
                  </a:lnTo>
                  <a:cubicBezTo>
                    <a:pt x="12700" y="206756"/>
                    <a:pt x="0" y="219456"/>
                    <a:pt x="0" y="235204"/>
                  </a:cubicBezTo>
                  <a:lnTo>
                    <a:pt x="0" y="416687"/>
                  </a:lnTo>
                  <a:cubicBezTo>
                    <a:pt x="0" y="432435"/>
                    <a:pt x="12700" y="445135"/>
                    <a:pt x="28448" y="445135"/>
                  </a:cubicBezTo>
                  <a:lnTo>
                    <a:pt x="232156" y="445135"/>
                  </a:lnTo>
                  <a:lnTo>
                    <a:pt x="232156" y="1399540"/>
                  </a:lnTo>
                  <a:cubicBezTo>
                    <a:pt x="232156" y="1415288"/>
                    <a:pt x="244856" y="1427988"/>
                    <a:pt x="260604" y="1427988"/>
                  </a:cubicBezTo>
                  <a:lnTo>
                    <a:pt x="494538" y="1427988"/>
                  </a:lnTo>
                  <a:cubicBezTo>
                    <a:pt x="510286" y="1427988"/>
                    <a:pt x="522986" y="1415288"/>
                    <a:pt x="522986" y="1399540"/>
                  </a:cubicBezTo>
                  <a:lnTo>
                    <a:pt x="522986" y="28448"/>
                  </a:lnTo>
                  <a:cubicBezTo>
                    <a:pt x="522986" y="12700"/>
                    <a:pt x="510413" y="127"/>
                    <a:pt x="49466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524510" cy="1428115"/>
            </a:xfrm>
            <a:custGeom>
              <a:avLst/>
              <a:gdLst/>
              <a:ahLst/>
              <a:cxnLst/>
              <a:rect r="r" b="b" t="t" l="l"/>
              <a:pathLst>
                <a:path h="1428115" w="524510">
                  <a:moveTo>
                    <a:pt x="0" y="1428115"/>
                  </a:moveTo>
                  <a:lnTo>
                    <a:pt x="524510" y="1428115"/>
                  </a:lnTo>
                  <a:lnTo>
                    <a:pt x="5245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2150223" y="3319767"/>
            <a:ext cx="3240395" cy="3268961"/>
          </a:xfrm>
          <a:custGeom>
            <a:avLst/>
            <a:gdLst/>
            <a:ahLst/>
            <a:cxnLst/>
            <a:rect r="r" b="b" t="t" l="l"/>
            <a:pathLst>
              <a:path h="3268961" w="3240395">
                <a:moveTo>
                  <a:pt x="0" y="0"/>
                </a:moveTo>
                <a:lnTo>
                  <a:pt x="3240396" y="0"/>
                </a:lnTo>
                <a:lnTo>
                  <a:pt x="3240396" y="3268961"/>
                </a:lnTo>
                <a:lnTo>
                  <a:pt x="0" y="32689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3525100" y="7836970"/>
            <a:ext cx="1279884" cy="1555128"/>
            <a:chOff x="0" y="0"/>
            <a:chExt cx="1279881" cy="15551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71247" y="69850"/>
              <a:ext cx="1137285" cy="1415288"/>
            </a:xfrm>
            <a:custGeom>
              <a:avLst/>
              <a:gdLst/>
              <a:ahLst/>
              <a:cxnLst/>
              <a:rect r="r" b="b" t="t" l="l"/>
              <a:pathLst>
                <a:path h="1415288" w="1137285">
                  <a:moveTo>
                    <a:pt x="567563" y="0"/>
                  </a:moveTo>
                  <a:cubicBezTo>
                    <a:pt x="233299" y="0"/>
                    <a:pt x="0" y="290703"/>
                    <a:pt x="0" y="706755"/>
                  </a:cubicBezTo>
                  <a:cubicBezTo>
                    <a:pt x="0" y="1124077"/>
                    <a:pt x="233680" y="1415288"/>
                    <a:pt x="567563" y="1415288"/>
                  </a:cubicBezTo>
                  <a:cubicBezTo>
                    <a:pt x="902716" y="1415288"/>
                    <a:pt x="1137285" y="1123696"/>
                    <a:pt x="1137285" y="706755"/>
                  </a:cubicBezTo>
                  <a:cubicBezTo>
                    <a:pt x="1137285" y="290703"/>
                    <a:pt x="903224" y="0"/>
                    <a:pt x="567563" y="0"/>
                  </a:cubicBezTo>
                  <a:close/>
                  <a:moveTo>
                    <a:pt x="783082" y="1025906"/>
                  </a:moveTo>
                  <a:cubicBezTo>
                    <a:pt x="732663" y="1105916"/>
                    <a:pt x="660400" y="1146556"/>
                    <a:pt x="568071" y="1146556"/>
                  </a:cubicBezTo>
                  <a:cubicBezTo>
                    <a:pt x="475742" y="1146556"/>
                    <a:pt x="403479" y="1105916"/>
                    <a:pt x="353060" y="1025906"/>
                  </a:cubicBezTo>
                  <a:cubicBezTo>
                    <a:pt x="304419" y="948817"/>
                    <a:pt x="279019" y="838835"/>
                    <a:pt x="279019" y="706755"/>
                  </a:cubicBezTo>
                  <a:cubicBezTo>
                    <a:pt x="278638" y="432435"/>
                    <a:pt x="386969" y="268732"/>
                    <a:pt x="567690" y="268732"/>
                  </a:cubicBezTo>
                  <a:cubicBezTo>
                    <a:pt x="748792" y="268732"/>
                    <a:pt x="856742" y="432562"/>
                    <a:pt x="856742" y="706374"/>
                  </a:cubicBezTo>
                  <a:cubicBezTo>
                    <a:pt x="857123" y="838835"/>
                    <a:pt x="831342" y="948944"/>
                    <a:pt x="783082" y="1025906"/>
                  </a:cubicBezTo>
                  <a:close/>
                </a:path>
              </a:pathLst>
            </a:custGeom>
            <a:solidFill>
              <a:srgbClr val="24B1E2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4897" y="63500"/>
              <a:ext cx="1149985" cy="1427988"/>
            </a:xfrm>
            <a:custGeom>
              <a:avLst/>
              <a:gdLst/>
              <a:ahLst/>
              <a:cxnLst/>
              <a:rect r="r" b="b" t="t" l="l"/>
              <a:pathLst>
                <a:path h="1427988" w="1149985">
                  <a:moveTo>
                    <a:pt x="573913" y="281432"/>
                  </a:moveTo>
                  <a:cubicBezTo>
                    <a:pt x="751205" y="281432"/>
                    <a:pt x="857123" y="443103"/>
                    <a:pt x="857504" y="712724"/>
                  </a:cubicBezTo>
                  <a:cubicBezTo>
                    <a:pt x="857504" y="843534"/>
                    <a:pt x="832104" y="952754"/>
                    <a:pt x="784225" y="1028446"/>
                  </a:cubicBezTo>
                  <a:cubicBezTo>
                    <a:pt x="734695" y="1106297"/>
                    <a:pt x="664464" y="1146048"/>
                    <a:pt x="574294" y="1146048"/>
                  </a:cubicBezTo>
                  <a:cubicBezTo>
                    <a:pt x="484124" y="1146048"/>
                    <a:pt x="413512" y="1106297"/>
                    <a:pt x="364363" y="1028446"/>
                  </a:cubicBezTo>
                  <a:cubicBezTo>
                    <a:pt x="316484" y="952627"/>
                    <a:pt x="291084" y="843534"/>
                    <a:pt x="291084" y="712724"/>
                  </a:cubicBezTo>
                  <a:cubicBezTo>
                    <a:pt x="291084" y="442722"/>
                    <a:pt x="396494" y="281432"/>
                    <a:pt x="573786" y="281432"/>
                  </a:cubicBezTo>
                  <a:close/>
                  <a:moveTo>
                    <a:pt x="573913" y="269113"/>
                  </a:moveTo>
                  <a:cubicBezTo>
                    <a:pt x="389001" y="269113"/>
                    <a:pt x="278511" y="434975"/>
                    <a:pt x="278511" y="713105"/>
                  </a:cubicBezTo>
                  <a:cubicBezTo>
                    <a:pt x="278511" y="845947"/>
                    <a:pt x="304292" y="957707"/>
                    <a:pt x="353441" y="1035558"/>
                  </a:cubicBezTo>
                  <a:cubicBezTo>
                    <a:pt x="405130" y="1117727"/>
                    <a:pt x="479171" y="1159129"/>
                    <a:pt x="573913" y="1159129"/>
                  </a:cubicBezTo>
                  <a:cubicBezTo>
                    <a:pt x="668655" y="1159129"/>
                    <a:pt x="742823" y="1117600"/>
                    <a:pt x="794385" y="1035558"/>
                  </a:cubicBezTo>
                  <a:cubicBezTo>
                    <a:pt x="843534" y="957707"/>
                    <a:pt x="869315" y="846328"/>
                    <a:pt x="869315" y="713105"/>
                  </a:cubicBezTo>
                  <a:cubicBezTo>
                    <a:pt x="869315" y="434975"/>
                    <a:pt x="758825" y="269113"/>
                    <a:pt x="573913" y="269113"/>
                  </a:cubicBezTo>
                  <a:close/>
                  <a:moveTo>
                    <a:pt x="573913" y="12700"/>
                  </a:moveTo>
                  <a:cubicBezTo>
                    <a:pt x="905764" y="12700"/>
                    <a:pt x="1137285" y="300863"/>
                    <a:pt x="1137285" y="713105"/>
                  </a:cubicBezTo>
                  <a:cubicBezTo>
                    <a:pt x="1137285" y="1126617"/>
                    <a:pt x="905764" y="1415288"/>
                    <a:pt x="573913" y="1415288"/>
                  </a:cubicBezTo>
                  <a:cubicBezTo>
                    <a:pt x="243332" y="1415288"/>
                    <a:pt x="12700" y="1126617"/>
                    <a:pt x="12700" y="713105"/>
                  </a:cubicBezTo>
                  <a:cubicBezTo>
                    <a:pt x="12700" y="300863"/>
                    <a:pt x="243459" y="12700"/>
                    <a:pt x="573913" y="12700"/>
                  </a:cubicBezTo>
                  <a:close/>
                  <a:moveTo>
                    <a:pt x="573278" y="0"/>
                  </a:moveTo>
                  <a:cubicBezTo>
                    <a:pt x="235839" y="381"/>
                    <a:pt x="0" y="293624"/>
                    <a:pt x="0" y="713105"/>
                  </a:cubicBezTo>
                  <a:cubicBezTo>
                    <a:pt x="0" y="1134237"/>
                    <a:pt x="236220" y="1427988"/>
                    <a:pt x="573913" y="1427988"/>
                  </a:cubicBezTo>
                  <a:cubicBezTo>
                    <a:pt x="913384" y="1427988"/>
                    <a:pt x="1149985" y="1134237"/>
                    <a:pt x="1149985" y="713105"/>
                  </a:cubicBezTo>
                  <a:cubicBezTo>
                    <a:pt x="1149985" y="293624"/>
                    <a:pt x="913257" y="381"/>
                    <a:pt x="57467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3500" y="63500"/>
              <a:ext cx="1152906" cy="1428115"/>
            </a:xfrm>
            <a:custGeom>
              <a:avLst/>
              <a:gdLst/>
              <a:ahLst/>
              <a:cxnLst/>
              <a:rect r="r" b="b" t="t" l="l"/>
              <a:pathLst>
                <a:path h="1428115" w="1152906">
                  <a:moveTo>
                    <a:pt x="0" y="1428115"/>
                  </a:moveTo>
                  <a:lnTo>
                    <a:pt x="1152906" y="1428115"/>
                  </a:lnTo>
                  <a:lnTo>
                    <a:pt x="115290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17195797" y="6128309"/>
            <a:ext cx="1158745" cy="4222185"/>
            <a:chOff x="0" y="0"/>
            <a:chExt cx="1158748" cy="42221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0" y="81534"/>
              <a:ext cx="1028700" cy="2361184"/>
            </a:xfrm>
            <a:custGeom>
              <a:avLst/>
              <a:gdLst/>
              <a:ahLst/>
              <a:cxnLst/>
              <a:rect r="r" b="b" t="t" l="l"/>
              <a:pathLst>
                <a:path h="2361184" w="1028700">
                  <a:moveTo>
                    <a:pt x="1028700" y="0"/>
                  </a:moveTo>
                  <a:cubicBezTo>
                    <a:pt x="447294" y="79248"/>
                    <a:pt x="0" y="577723"/>
                    <a:pt x="0" y="1180084"/>
                  </a:cubicBezTo>
                  <a:cubicBezTo>
                    <a:pt x="0" y="1783334"/>
                    <a:pt x="447294" y="2281936"/>
                    <a:pt x="1028700" y="2361184"/>
                  </a:cubicBezTo>
                  <a:lnTo>
                    <a:pt x="1028700" y="1661160"/>
                  </a:lnTo>
                  <a:cubicBezTo>
                    <a:pt x="828167" y="1593469"/>
                    <a:pt x="683641" y="1404112"/>
                    <a:pt x="683641" y="1180211"/>
                  </a:cubicBezTo>
                  <a:cubicBezTo>
                    <a:pt x="683641" y="957072"/>
                    <a:pt x="828167" y="767715"/>
                    <a:pt x="1028700" y="700024"/>
                  </a:cubicBezTo>
                  <a:lnTo>
                    <a:pt x="1028700" y="700024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3500" y="63500"/>
              <a:ext cx="1028700" cy="4095242"/>
            </a:xfrm>
            <a:custGeom>
              <a:avLst/>
              <a:gdLst/>
              <a:ahLst/>
              <a:cxnLst/>
              <a:rect r="r" b="b" t="t" l="l"/>
              <a:pathLst>
                <a:path h="4095242" w="1028700">
                  <a:moveTo>
                    <a:pt x="0" y="0"/>
                  </a:moveTo>
                  <a:lnTo>
                    <a:pt x="0" y="4095242"/>
                  </a:lnTo>
                  <a:lnTo>
                    <a:pt x="1028700" y="4095242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786442" y="870642"/>
            <a:ext cx="14343736" cy="831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9"/>
              </a:lnSpc>
            </a:pPr>
            <a:r>
              <a:rPr lang="en-US" b="true" sz="4170">
                <a:solidFill>
                  <a:srgbClr val="100C92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Classifying Ratings into Sentiment Categories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304537" y="6726193"/>
            <a:ext cx="1899333" cy="686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9"/>
              </a:lnSpc>
            </a:pPr>
            <a:r>
              <a:rPr lang="en-US" sz="3485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Positive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53584" y="6726193"/>
            <a:ext cx="1816256" cy="686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9"/>
              </a:lnSpc>
            </a:pPr>
            <a:r>
              <a:rPr lang="en-US" sz="3485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Neutral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038877" y="6726193"/>
            <a:ext cx="2297097" cy="686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9"/>
              </a:lnSpc>
            </a:pPr>
            <a:r>
              <a:rPr lang="en-US" sz="3485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Negative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86442" y="2123994"/>
            <a:ext cx="14802955" cy="631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4"/>
              </a:lnSpc>
            </a:pPr>
            <a:r>
              <a:rPr lang="en-US" sz="3267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Convert numerical ratings into meaningful sentiment Classes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6551" y="1167708"/>
            <a:ext cx="1143267" cy="4222185"/>
            <a:chOff x="0" y="0"/>
            <a:chExt cx="1143267" cy="42221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6548" y="1782445"/>
              <a:ext cx="1011809" cy="2356739"/>
            </a:xfrm>
            <a:custGeom>
              <a:avLst/>
              <a:gdLst/>
              <a:ahLst/>
              <a:cxnLst/>
              <a:rect r="r" b="b" t="t" l="l"/>
              <a:pathLst>
                <a:path h="2356739" w="1011809">
                  <a:moveTo>
                    <a:pt x="0" y="0"/>
                  </a:moveTo>
                  <a:lnTo>
                    <a:pt x="0" y="703453"/>
                  </a:lnTo>
                  <a:lnTo>
                    <a:pt x="0" y="703453"/>
                  </a:lnTo>
                  <a:cubicBezTo>
                    <a:pt x="192278" y="775589"/>
                    <a:pt x="329311" y="960882"/>
                    <a:pt x="329311" y="1178814"/>
                  </a:cubicBezTo>
                  <a:cubicBezTo>
                    <a:pt x="329311" y="1396111"/>
                    <a:pt x="192278" y="1581277"/>
                    <a:pt x="0" y="1653286"/>
                  </a:cubicBezTo>
                  <a:lnTo>
                    <a:pt x="0" y="2356740"/>
                  </a:lnTo>
                  <a:cubicBezTo>
                    <a:pt x="558419" y="2272919"/>
                    <a:pt x="989584" y="1801496"/>
                    <a:pt x="1011809" y="1225678"/>
                  </a:cubicBezTo>
                  <a:lnTo>
                    <a:pt x="1011809" y="1131952"/>
                  </a:lnTo>
                  <a:lnTo>
                    <a:pt x="1011809" y="1131952"/>
                  </a:lnTo>
                  <a:cubicBezTo>
                    <a:pt x="989584" y="555499"/>
                    <a:pt x="558419" y="83948"/>
                    <a:pt x="0" y="128"/>
                  </a:cubicBez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6548" y="63500"/>
              <a:ext cx="1013206" cy="4095242"/>
            </a:xfrm>
            <a:custGeom>
              <a:avLst/>
              <a:gdLst/>
              <a:ahLst/>
              <a:cxnLst/>
              <a:rect r="r" b="b" t="t" l="l"/>
              <a:pathLst>
                <a:path h="4095242" w="1013206">
                  <a:moveTo>
                    <a:pt x="0" y="0"/>
                  </a:moveTo>
                  <a:lnTo>
                    <a:pt x="0" y="4095242"/>
                  </a:lnTo>
                  <a:lnTo>
                    <a:pt x="1013206" y="4095242"/>
                  </a:lnTo>
                  <a:lnTo>
                    <a:pt x="101320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03502" y="4464520"/>
            <a:ext cx="123825" cy="123825"/>
            <a:chOff x="0" y="0"/>
            <a:chExt cx="123825" cy="123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825" cy="123825"/>
            </a:xfrm>
            <a:custGeom>
              <a:avLst/>
              <a:gdLst/>
              <a:ahLst/>
              <a:cxnLst/>
              <a:rect r="r" b="b" t="t" l="l"/>
              <a:pathLst>
                <a:path h="123825" w="123825">
                  <a:moveTo>
                    <a:pt x="123825" y="61976"/>
                  </a:moveTo>
                  <a:cubicBezTo>
                    <a:pt x="123825" y="66040"/>
                    <a:pt x="123444" y="70104"/>
                    <a:pt x="122682" y="74041"/>
                  </a:cubicBezTo>
                  <a:cubicBezTo>
                    <a:pt x="121920" y="77978"/>
                    <a:pt x="120777" y="81915"/>
                    <a:pt x="119126" y="85598"/>
                  </a:cubicBezTo>
                  <a:cubicBezTo>
                    <a:pt x="117475" y="89281"/>
                    <a:pt x="115697" y="92964"/>
                    <a:pt x="113411" y="96266"/>
                  </a:cubicBezTo>
                  <a:cubicBezTo>
                    <a:pt x="111125" y="99568"/>
                    <a:pt x="108585" y="102743"/>
                    <a:pt x="105664" y="105664"/>
                  </a:cubicBezTo>
                  <a:cubicBezTo>
                    <a:pt x="102743" y="108585"/>
                    <a:pt x="99695" y="111125"/>
                    <a:pt x="96266" y="113411"/>
                  </a:cubicBezTo>
                  <a:cubicBezTo>
                    <a:pt x="92837" y="115697"/>
                    <a:pt x="89281" y="117602"/>
                    <a:pt x="85598" y="119126"/>
                  </a:cubicBezTo>
                  <a:cubicBezTo>
                    <a:pt x="81915" y="120650"/>
                    <a:pt x="77978" y="121793"/>
                    <a:pt x="74041" y="122682"/>
                  </a:cubicBezTo>
                  <a:cubicBezTo>
                    <a:pt x="70104" y="123571"/>
                    <a:pt x="66040" y="123825"/>
                    <a:pt x="61976" y="123825"/>
                  </a:cubicBezTo>
                  <a:cubicBezTo>
                    <a:pt x="57912" y="123825"/>
                    <a:pt x="53848" y="123444"/>
                    <a:pt x="49911" y="122682"/>
                  </a:cubicBezTo>
                  <a:cubicBezTo>
                    <a:pt x="45974" y="121920"/>
                    <a:pt x="42037" y="120777"/>
                    <a:pt x="38354" y="119126"/>
                  </a:cubicBezTo>
                  <a:cubicBezTo>
                    <a:pt x="34671" y="117475"/>
                    <a:pt x="30988" y="115697"/>
                    <a:pt x="27686" y="113411"/>
                  </a:cubicBezTo>
                  <a:cubicBezTo>
                    <a:pt x="24384" y="111125"/>
                    <a:pt x="21209" y="108585"/>
                    <a:pt x="18288" y="105664"/>
                  </a:cubicBezTo>
                  <a:cubicBezTo>
                    <a:pt x="15367" y="102743"/>
                    <a:pt x="12700" y="99695"/>
                    <a:pt x="10414" y="96266"/>
                  </a:cubicBezTo>
                  <a:cubicBezTo>
                    <a:pt x="8128" y="92837"/>
                    <a:pt x="6223" y="89408"/>
                    <a:pt x="4699" y="85598"/>
                  </a:cubicBezTo>
                  <a:cubicBezTo>
                    <a:pt x="3175" y="81788"/>
                    <a:pt x="2032" y="77978"/>
                    <a:pt x="1143" y="74041"/>
                  </a:cubicBezTo>
                  <a:cubicBezTo>
                    <a:pt x="254" y="70104"/>
                    <a:pt x="0" y="66040"/>
                    <a:pt x="0" y="61976"/>
                  </a:cubicBezTo>
                  <a:cubicBezTo>
                    <a:pt x="0" y="57912"/>
                    <a:pt x="381" y="53848"/>
                    <a:pt x="1143" y="49911"/>
                  </a:cubicBezTo>
                  <a:cubicBezTo>
                    <a:pt x="1905" y="45974"/>
                    <a:pt x="3048" y="42037"/>
                    <a:pt x="4699" y="38354"/>
                  </a:cubicBezTo>
                  <a:cubicBezTo>
                    <a:pt x="6350" y="34671"/>
                    <a:pt x="8128" y="30988"/>
                    <a:pt x="10414" y="27686"/>
                  </a:cubicBezTo>
                  <a:cubicBezTo>
                    <a:pt x="12700" y="24384"/>
                    <a:pt x="15240" y="21209"/>
                    <a:pt x="18161" y="18288"/>
                  </a:cubicBezTo>
                  <a:cubicBezTo>
                    <a:pt x="21082" y="15367"/>
                    <a:pt x="24130" y="12700"/>
                    <a:pt x="27559" y="10414"/>
                  </a:cubicBezTo>
                  <a:cubicBezTo>
                    <a:pt x="30988" y="8128"/>
                    <a:pt x="34544" y="6223"/>
                    <a:pt x="38227" y="4699"/>
                  </a:cubicBezTo>
                  <a:cubicBezTo>
                    <a:pt x="41910" y="3175"/>
                    <a:pt x="45847" y="2032"/>
                    <a:pt x="49784" y="1143"/>
                  </a:cubicBezTo>
                  <a:cubicBezTo>
                    <a:pt x="53721" y="254"/>
                    <a:pt x="57785" y="0"/>
                    <a:pt x="61976" y="0"/>
                  </a:cubicBezTo>
                  <a:cubicBezTo>
                    <a:pt x="66167" y="0"/>
                    <a:pt x="70104" y="381"/>
                    <a:pt x="74041" y="1143"/>
                  </a:cubicBezTo>
                  <a:cubicBezTo>
                    <a:pt x="77978" y="1905"/>
                    <a:pt x="81915" y="3048"/>
                    <a:pt x="85598" y="4699"/>
                  </a:cubicBezTo>
                  <a:cubicBezTo>
                    <a:pt x="89281" y="6350"/>
                    <a:pt x="92964" y="8128"/>
                    <a:pt x="96266" y="10414"/>
                  </a:cubicBezTo>
                  <a:cubicBezTo>
                    <a:pt x="99568" y="12700"/>
                    <a:pt x="102743" y="15240"/>
                    <a:pt x="105664" y="18161"/>
                  </a:cubicBezTo>
                  <a:cubicBezTo>
                    <a:pt x="108585" y="21082"/>
                    <a:pt x="111125" y="24130"/>
                    <a:pt x="113411" y="27559"/>
                  </a:cubicBezTo>
                  <a:cubicBezTo>
                    <a:pt x="115697" y="30988"/>
                    <a:pt x="117602" y="34544"/>
                    <a:pt x="119126" y="38227"/>
                  </a:cubicBezTo>
                  <a:cubicBezTo>
                    <a:pt x="120650" y="41910"/>
                    <a:pt x="121793" y="45847"/>
                    <a:pt x="122682" y="49784"/>
                  </a:cubicBezTo>
                  <a:cubicBezTo>
                    <a:pt x="123571" y="53721"/>
                    <a:pt x="123825" y="57785"/>
                    <a:pt x="123825" y="61849"/>
                  </a:cubicBezTo>
                  <a:close/>
                </a:path>
              </a:pathLst>
            </a:custGeom>
            <a:solidFill>
              <a:srgbClr val="100C92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503502" y="5083645"/>
            <a:ext cx="123825" cy="123825"/>
            <a:chOff x="0" y="0"/>
            <a:chExt cx="123825" cy="1238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3825" cy="123825"/>
            </a:xfrm>
            <a:custGeom>
              <a:avLst/>
              <a:gdLst/>
              <a:ahLst/>
              <a:cxnLst/>
              <a:rect r="r" b="b" t="t" l="l"/>
              <a:pathLst>
                <a:path h="123825" w="123825">
                  <a:moveTo>
                    <a:pt x="123825" y="61976"/>
                  </a:moveTo>
                  <a:cubicBezTo>
                    <a:pt x="123825" y="66040"/>
                    <a:pt x="123444" y="70104"/>
                    <a:pt x="122682" y="74041"/>
                  </a:cubicBezTo>
                  <a:cubicBezTo>
                    <a:pt x="121920" y="77978"/>
                    <a:pt x="120777" y="81915"/>
                    <a:pt x="119126" y="85598"/>
                  </a:cubicBezTo>
                  <a:cubicBezTo>
                    <a:pt x="117475" y="89281"/>
                    <a:pt x="115697" y="92964"/>
                    <a:pt x="113411" y="96266"/>
                  </a:cubicBezTo>
                  <a:cubicBezTo>
                    <a:pt x="111125" y="99568"/>
                    <a:pt x="108585" y="102743"/>
                    <a:pt x="105664" y="105664"/>
                  </a:cubicBezTo>
                  <a:cubicBezTo>
                    <a:pt x="102743" y="108585"/>
                    <a:pt x="99695" y="111125"/>
                    <a:pt x="96266" y="113411"/>
                  </a:cubicBezTo>
                  <a:cubicBezTo>
                    <a:pt x="92837" y="115697"/>
                    <a:pt x="89281" y="117602"/>
                    <a:pt x="85598" y="119126"/>
                  </a:cubicBezTo>
                  <a:cubicBezTo>
                    <a:pt x="81915" y="120650"/>
                    <a:pt x="77978" y="121793"/>
                    <a:pt x="74041" y="122682"/>
                  </a:cubicBezTo>
                  <a:cubicBezTo>
                    <a:pt x="70104" y="123571"/>
                    <a:pt x="66040" y="123825"/>
                    <a:pt x="61976" y="123825"/>
                  </a:cubicBezTo>
                  <a:cubicBezTo>
                    <a:pt x="57912" y="123825"/>
                    <a:pt x="53848" y="123444"/>
                    <a:pt x="49911" y="122682"/>
                  </a:cubicBezTo>
                  <a:cubicBezTo>
                    <a:pt x="45974" y="121920"/>
                    <a:pt x="42037" y="120777"/>
                    <a:pt x="38354" y="119126"/>
                  </a:cubicBezTo>
                  <a:cubicBezTo>
                    <a:pt x="34671" y="117475"/>
                    <a:pt x="30988" y="115697"/>
                    <a:pt x="27686" y="113411"/>
                  </a:cubicBezTo>
                  <a:cubicBezTo>
                    <a:pt x="24384" y="111125"/>
                    <a:pt x="21209" y="108585"/>
                    <a:pt x="18288" y="105664"/>
                  </a:cubicBezTo>
                  <a:cubicBezTo>
                    <a:pt x="15367" y="102743"/>
                    <a:pt x="12700" y="99695"/>
                    <a:pt x="10414" y="96266"/>
                  </a:cubicBezTo>
                  <a:cubicBezTo>
                    <a:pt x="8128" y="92837"/>
                    <a:pt x="6223" y="89408"/>
                    <a:pt x="4699" y="85598"/>
                  </a:cubicBezTo>
                  <a:cubicBezTo>
                    <a:pt x="3175" y="81788"/>
                    <a:pt x="2032" y="77978"/>
                    <a:pt x="1143" y="74041"/>
                  </a:cubicBezTo>
                  <a:cubicBezTo>
                    <a:pt x="254" y="70104"/>
                    <a:pt x="0" y="66040"/>
                    <a:pt x="0" y="61976"/>
                  </a:cubicBezTo>
                  <a:cubicBezTo>
                    <a:pt x="0" y="57912"/>
                    <a:pt x="381" y="53848"/>
                    <a:pt x="1143" y="49911"/>
                  </a:cubicBezTo>
                  <a:cubicBezTo>
                    <a:pt x="1905" y="45974"/>
                    <a:pt x="3048" y="42037"/>
                    <a:pt x="4699" y="38354"/>
                  </a:cubicBezTo>
                  <a:cubicBezTo>
                    <a:pt x="6350" y="34671"/>
                    <a:pt x="8128" y="30988"/>
                    <a:pt x="10414" y="27686"/>
                  </a:cubicBezTo>
                  <a:cubicBezTo>
                    <a:pt x="12700" y="24384"/>
                    <a:pt x="15240" y="21209"/>
                    <a:pt x="18161" y="18288"/>
                  </a:cubicBezTo>
                  <a:cubicBezTo>
                    <a:pt x="21082" y="15367"/>
                    <a:pt x="24130" y="12700"/>
                    <a:pt x="27559" y="10414"/>
                  </a:cubicBezTo>
                  <a:cubicBezTo>
                    <a:pt x="30988" y="8128"/>
                    <a:pt x="34544" y="6223"/>
                    <a:pt x="38227" y="4699"/>
                  </a:cubicBezTo>
                  <a:cubicBezTo>
                    <a:pt x="41910" y="3175"/>
                    <a:pt x="45847" y="2032"/>
                    <a:pt x="49784" y="1143"/>
                  </a:cubicBezTo>
                  <a:cubicBezTo>
                    <a:pt x="53721" y="254"/>
                    <a:pt x="57785" y="0"/>
                    <a:pt x="61976" y="0"/>
                  </a:cubicBezTo>
                  <a:cubicBezTo>
                    <a:pt x="66167" y="0"/>
                    <a:pt x="70104" y="381"/>
                    <a:pt x="74041" y="1143"/>
                  </a:cubicBezTo>
                  <a:cubicBezTo>
                    <a:pt x="77978" y="1905"/>
                    <a:pt x="81915" y="3048"/>
                    <a:pt x="85598" y="4699"/>
                  </a:cubicBezTo>
                  <a:cubicBezTo>
                    <a:pt x="89281" y="6350"/>
                    <a:pt x="92964" y="8128"/>
                    <a:pt x="96266" y="10414"/>
                  </a:cubicBezTo>
                  <a:cubicBezTo>
                    <a:pt x="99568" y="12700"/>
                    <a:pt x="102743" y="15240"/>
                    <a:pt x="105664" y="18161"/>
                  </a:cubicBezTo>
                  <a:cubicBezTo>
                    <a:pt x="108585" y="21082"/>
                    <a:pt x="111125" y="24130"/>
                    <a:pt x="113411" y="27559"/>
                  </a:cubicBezTo>
                  <a:cubicBezTo>
                    <a:pt x="115697" y="30988"/>
                    <a:pt x="117602" y="34544"/>
                    <a:pt x="119126" y="38227"/>
                  </a:cubicBezTo>
                  <a:cubicBezTo>
                    <a:pt x="120650" y="41910"/>
                    <a:pt x="121793" y="45847"/>
                    <a:pt x="122682" y="49784"/>
                  </a:cubicBezTo>
                  <a:cubicBezTo>
                    <a:pt x="123571" y="53721"/>
                    <a:pt x="123825" y="57785"/>
                    <a:pt x="123825" y="61849"/>
                  </a:cubicBezTo>
                  <a:close/>
                </a:path>
              </a:pathLst>
            </a:custGeom>
            <a:solidFill>
              <a:srgbClr val="100C92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503502" y="5702770"/>
            <a:ext cx="123825" cy="123825"/>
            <a:chOff x="0" y="0"/>
            <a:chExt cx="123825" cy="1238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825" cy="123825"/>
            </a:xfrm>
            <a:custGeom>
              <a:avLst/>
              <a:gdLst/>
              <a:ahLst/>
              <a:cxnLst/>
              <a:rect r="r" b="b" t="t" l="l"/>
              <a:pathLst>
                <a:path h="123825" w="123825">
                  <a:moveTo>
                    <a:pt x="123825" y="61976"/>
                  </a:moveTo>
                  <a:cubicBezTo>
                    <a:pt x="123825" y="66040"/>
                    <a:pt x="123444" y="70104"/>
                    <a:pt x="122682" y="74041"/>
                  </a:cubicBezTo>
                  <a:cubicBezTo>
                    <a:pt x="121920" y="77978"/>
                    <a:pt x="120777" y="81915"/>
                    <a:pt x="119126" y="85598"/>
                  </a:cubicBezTo>
                  <a:cubicBezTo>
                    <a:pt x="117475" y="89281"/>
                    <a:pt x="115697" y="92964"/>
                    <a:pt x="113411" y="96266"/>
                  </a:cubicBezTo>
                  <a:cubicBezTo>
                    <a:pt x="111125" y="99568"/>
                    <a:pt x="108585" y="102743"/>
                    <a:pt x="105664" y="105664"/>
                  </a:cubicBezTo>
                  <a:cubicBezTo>
                    <a:pt x="102743" y="108585"/>
                    <a:pt x="99695" y="111125"/>
                    <a:pt x="96266" y="113411"/>
                  </a:cubicBezTo>
                  <a:cubicBezTo>
                    <a:pt x="92837" y="115697"/>
                    <a:pt x="89281" y="117602"/>
                    <a:pt x="85598" y="119126"/>
                  </a:cubicBezTo>
                  <a:cubicBezTo>
                    <a:pt x="81915" y="120650"/>
                    <a:pt x="77978" y="121793"/>
                    <a:pt x="74041" y="122682"/>
                  </a:cubicBezTo>
                  <a:cubicBezTo>
                    <a:pt x="70104" y="123571"/>
                    <a:pt x="66040" y="123825"/>
                    <a:pt x="61976" y="123825"/>
                  </a:cubicBezTo>
                  <a:cubicBezTo>
                    <a:pt x="57912" y="123825"/>
                    <a:pt x="53848" y="123444"/>
                    <a:pt x="49911" y="122682"/>
                  </a:cubicBezTo>
                  <a:cubicBezTo>
                    <a:pt x="45974" y="121920"/>
                    <a:pt x="42037" y="120777"/>
                    <a:pt x="38354" y="119126"/>
                  </a:cubicBezTo>
                  <a:cubicBezTo>
                    <a:pt x="34671" y="117475"/>
                    <a:pt x="30988" y="115697"/>
                    <a:pt x="27686" y="113411"/>
                  </a:cubicBezTo>
                  <a:cubicBezTo>
                    <a:pt x="24384" y="111125"/>
                    <a:pt x="21209" y="108585"/>
                    <a:pt x="18288" y="105664"/>
                  </a:cubicBezTo>
                  <a:cubicBezTo>
                    <a:pt x="15367" y="102743"/>
                    <a:pt x="12700" y="99695"/>
                    <a:pt x="10414" y="96266"/>
                  </a:cubicBezTo>
                  <a:cubicBezTo>
                    <a:pt x="8128" y="92837"/>
                    <a:pt x="6223" y="89408"/>
                    <a:pt x="4699" y="85598"/>
                  </a:cubicBezTo>
                  <a:cubicBezTo>
                    <a:pt x="3175" y="81788"/>
                    <a:pt x="2032" y="77978"/>
                    <a:pt x="1143" y="74041"/>
                  </a:cubicBezTo>
                  <a:cubicBezTo>
                    <a:pt x="254" y="70104"/>
                    <a:pt x="0" y="66040"/>
                    <a:pt x="0" y="61976"/>
                  </a:cubicBezTo>
                  <a:cubicBezTo>
                    <a:pt x="0" y="57912"/>
                    <a:pt x="381" y="53848"/>
                    <a:pt x="1143" y="49911"/>
                  </a:cubicBezTo>
                  <a:cubicBezTo>
                    <a:pt x="1905" y="45974"/>
                    <a:pt x="3048" y="42037"/>
                    <a:pt x="4699" y="38354"/>
                  </a:cubicBezTo>
                  <a:cubicBezTo>
                    <a:pt x="6350" y="34671"/>
                    <a:pt x="8128" y="30988"/>
                    <a:pt x="10414" y="27686"/>
                  </a:cubicBezTo>
                  <a:cubicBezTo>
                    <a:pt x="12700" y="24384"/>
                    <a:pt x="15240" y="21209"/>
                    <a:pt x="18161" y="18288"/>
                  </a:cubicBezTo>
                  <a:cubicBezTo>
                    <a:pt x="21082" y="15367"/>
                    <a:pt x="24130" y="12700"/>
                    <a:pt x="27559" y="10414"/>
                  </a:cubicBezTo>
                  <a:cubicBezTo>
                    <a:pt x="30988" y="8128"/>
                    <a:pt x="34544" y="6223"/>
                    <a:pt x="38227" y="4699"/>
                  </a:cubicBezTo>
                  <a:cubicBezTo>
                    <a:pt x="41910" y="3175"/>
                    <a:pt x="45847" y="2032"/>
                    <a:pt x="49784" y="1143"/>
                  </a:cubicBezTo>
                  <a:cubicBezTo>
                    <a:pt x="53721" y="254"/>
                    <a:pt x="57785" y="0"/>
                    <a:pt x="61976" y="0"/>
                  </a:cubicBezTo>
                  <a:cubicBezTo>
                    <a:pt x="66167" y="0"/>
                    <a:pt x="70104" y="381"/>
                    <a:pt x="74041" y="1143"/>
                  </a:cubicBezTo>
                  <a:cubicBezTo>
                    <a:pt x="77978" y="1905"/>
                    <a:pt x="81915" y="3048"/>
                    <a:pt x="85598" y="4699"/>
                  </a:cubicBezTo>
                  <a:cubicBezTo>
                    <a:pt x="89281" y="6350"/>
                    <a:pt x="92964" y="8128"/>
                    <a:pt x="96266" y="10414"/>
                  </a:cubicBezTo>
                  <a:cubicBezTo>
                    <a:pt x="99568" y="12700"/>
                    <a:pt x="102743" y="15240"/>
                    <a:pt x="105664" y="18161"/>
                  </a:cubicBezTo>
                  <a:cubicBezTo>
                    <a:pt x="108585" y="21082"/>
                    <a:pt x="111125" y="24130"/>
                    <a:pt x="113411" y="27559"/>
                  </a:cubicBezTo>
                  <a:cubicBezTo>
                    <a:pt x="115697" y="30988"/>
                    <a:pt x="117602" y="34544"/>
                    <a:pt x="119126" y="38227"/>
                  </a:cubicBezTo>
                  <a:cubicBezTo>
                    <a:pt x="120650" y="41910"/>
                    <a:pt x="121793" y="45847"/>
                    <a:pt x="122682" y="49784"/>
                  </a:cubicBezTo>
                  <a:cubicBezTo>
                    <a:pt x="123571" y="53721"/>
                    <a:pt x="123825" y="57785"/>
                    <a:pt x="123825" y="61849"/>
                  </a:cubicBezTo>
                  <a:close/>
                </a:path>
              </a:pathLst>
            </a:custGeom>
            <a:solidFill>
              <a:srgbClr val="100C92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6000">
            <a:off x="10768007" y="2598146"/>
            <a:ext cx="5375115" cy="6056569"/>
          </a:xfrm>
          <a:custGeom>
            <a:avLst/>
            <a:gdLst/>
            <a:ahLst/>
            <a:cxnLst/>
            <a:rect r="r" b="b" t="t" l="l"/>
            <a:pathLst>
              <a:path h="6056569" w="5375115">
                <a:moveTo>
                  <a:pt x="0" y="9363"/>
                </a:moveTo>
                <a:lnTo>
                  <a:pt x="5364560" y="0"/>
                </a:lnTo>
                <a:lnTo>
                  <a:pt x="5375115" y="6047206"/>
                </a:lnTo>
                <a:lnTo>
                  <a:pt x="10554" y="6056569"/>
                </a:lnTo>
                <a:lnTo>
                  <a:pt x="0" y="936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411" t="0" r="-385" b="-2859"/>
            </a:stretch>
          </a:blipFill>
        </p:spPr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7195797" y="6128309"/>
            <a:ext cx="1158745" cy="4222185"/>
            <a:chOff x="0" y="0"/>
            <a:chExt cx="1158748" cy="42221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0" y="81534"/>
              <a:ext cx="1028700" cy="2361184"/>
            </a:xfrm>
            <a:custGeom>
              <a:avLst/>
              <a:gdLst/>
              <a:ahLst/>
              <a:cxnLst/>
              <a:rect r="r" b="b" t="t" l="l"/>
              <a:pathLst>
                <a:path h="2361184" w="1028700">
                  <a:moveTo>
                    <a:pt x="1028700" y="0"/>
                  </a:moveTo>
                  <a:cubicBezTo>
                    <a:pt x="447294" y="79248"/>
                    <a:pt x="0" y="577723"/>
                    <a:pt x="0" y="1180084"/>
                  </a:cubicBezTo>
                  <a:cubicBezTo>
                    <a:pt x="0" y="1783334"/>
                    <a:pt x="447294" y="2281936"/>
                    <a:pt x="1028700" y="2361184"/>
                  </a:cubicBezTo>
                  <a:lnTo>
                    <a:pt x="1028700" y="1661160"/>
                  </a:lnTo>
                  <a:cubicBezTo>
                    <a:pt x="828167" y="1593469"/>
                    <a:pt x="683641" y="1404112"/>
                    <a:pt x="683641" y="1180211"/>
                  </a:cubicBezTo>
                  <a:cubicBezTo>
                    <a:pt x="683641" y="957072"/>
                    <a:pt x="828167" y="767715"/>
                    <a:pt x="1028700" y="700024"/>
                  </a:cubicBezTo>
                  <a:lnTo>
                    <a:pt x="1028700" y="700024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1028700" cy="4095242"/>
            </a:xfrm>
            <a:custGeom>
              <a:avLst/>
              <a:gdLst/>
              <a:ahLst/>
              <a:cxnLst/>
              <a:rect r="r" b="b" t="t" l="l"/>
              <a:pathLst>
                <a:path h="4095242" w="1028700">
                  <a:moveTo>
                    <a:pt x="0" y="0"/>
                  </a:moveTo>
                  <a:lnTo>
                    <a:pt x="0" y="4095242"/>
                  </a:lnTo>
                  <a:lnTo>
                    <a:pt x="1028700" y="4095242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144000" y="2653284"/>
            <a:ext cx="1133694" cy="40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01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300000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65840" y="8153676"/>
            <a:ext cx="191776" cy="40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01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92336" y="5302729"/>
            <a:ext cx="1064552" cy="40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01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100000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92336" y="4036971"/>
            <a:ext cx="1130560" cy="40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01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200000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73280" y="8658958"/>
            <a:ext cx="1094299" cy="40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01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Positive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992634" y="1809969"/>
            <a:ext cx="1094299" cy="40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01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Positive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31019" y="8658958"/>
            <a:ext cx="1043416" cy="40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01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Neutral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031019" y="1809969"/>
            <a:ext cx="1043416" cy="40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01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Neutral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017410" y="1809969"/>
            <a:ext cx="1242241" cy="40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01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Negative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166353" y="8658958"/>
            <a:ext cx="1242241" cy="40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01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Negative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8702" y="2853299"/>
            <a:ext cx="7424433" cy="1269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6"/>
              </a:lnSpc>
            </a:pPr>
            <a:r>
              <a:rPr lang="en-US" sz="2885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The original dataset was imbalanced across sentiment classes: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21551" y="4091549"/>
            <a:ext cx="3251578" cy="1877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6"/>
              </a:lnSpc>
            </a:pPr>
            <a:r>
              <a:rPr lang="en-US" sz="2885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Positive: 30231 Neutral: 1698 Negative: 1403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98702" y="5948924"/>
            <a:ext cx="6986778" cy="2507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6"/>
              </a:lnSpc>
            </a:pPr>
            <a:r>
              <a:rPr lang="en-US" sz="2885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This imbalance could negatively affect the model's performance by making it biased toward the dominant class (positive)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98702" y="1724244"/>
            <a:ext cx="6545180" cy="791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8"/>
              </a:lnSpc>
            </a:pPr>
            <a:r>
              <a:rPr lang="en-US" b="true" sz="3970">
                <a:solidFill>
                  <a:srgbClr val="100C92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Balancing the Dataset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25341" y="6683845"/>
            <a:ext cx="1064552" cy="386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01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5000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6551" y="1167708"/>
            <a:ext cx="1143267" cy="4222185"/>
            <a:chOff x="0" y="0"/>
            <a:chExt cx="1143267" cy="42221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6548" y="1782445"/>
              <a:ext cx="1011809" cy="2356739"/>
            </a:xfrm>
            <a:custGeom>
              <a:avLst/>
              <a:gdLst/>
              <a:ahLst/>
              <a:cxnLst/>
              <a:rect r="r" b="b" t="t" l="l"/>
              <a:pathLst>
                <a:path h="2356739" w="1011809">
                  <a:moveTo>
                    <a:pt x="0" y="0"/>
                  </a:moveTo>
                  <a:lnTo>
                    <a:pt x="0" y="703453"/>
                  </a:lnTo>
                  <a:lnTo>
                    <a:pt x="0" y="703453"/>
                  </a:lnTo>
                  <a:cubicBezTo>
                    <a:pt x="192278" y="775589"/>
                    <a:pt x="329311" y="960882"/>
                    <a:pt x="329311" y="1178814"/>
                  </a:cubicBezTo>
                  <a:cubicBezTo>
                    <a:pt x="329311" y="1396111"/>
                    <a:pt x="192278" y="1581277"/>
                    <a:pt x="0" y="1653286"/>
                  </a:cubicBezTo>
                  <a:lnTo>
                    <a:pt x="0" y="2356740"/>
                  </a:lnTo>
                  <a:cubicBezTo>
                    <a:pt x="558419" y="2272919"/>
                    <a:pt x="989584" y="1801496"/>
                    <a:pt x="1011809" y="1225678"/>
                  </a:cubicBezTo>
                  <a:lnTo>
                    <a:pt x="1011809" y="1131952"/>
                  </a:lnTo>
                  <a:lnTo>
                    <a:pt x="1011809" y="1131952"/>
                  </a:lnTo>
                  <a:cubicBezTo>
                    <a:pt x="989584" y="555499"/>
                    <a:pt x="558419" y="83948"/>
                    <a:pt x="0" y="128"/>
                  </a:cubicBez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6548" y="63500"/>
              <a:ext cx="1013206" cy="4095242"/>
            </a:xfrm>
            <a:custGeom>
              <a:avLst/>
              <a:gdLst/>
              <a:ahLst/>
              <a:cxnLst/>
              <a:rect r="r" b="b" t="t" l="l"/>
              <a:pathLst>
                <a:path h="4095242" w="1013206">
                  <a:moveTo>
                    <a:pt x="0" y="0"/>
                  </a:moveTo>
                  <a:lnTo>
                    <a:pt x="0" y="4095242"/>
                  </a:lnTo>
                  <a:lnTo>
                    <a:pt x="1013206" y="4095242"/>
                  </a:lnTo>
                  <a:lnTo>
                    <a:pt x="101320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91354" y="4693691"/>
            <a:ext cx="123825" cy="123825"/>
            <a:chOff x="0" y="0"/>
            <a:chExt cx="123825" cy="123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825" cy="123825"/>
            </a:xfrm>
            <a:custGeom>
              <a:avLst/>
              <a:gdLst/>
              <a:ahLst/>
              <a:cxnLst/>
              <a:rect r="r" b="b" t="t" l="l"/>
              <a:pathLst>
                <a:path h="123825" w="123825">
                  <a:moveTo>
                    <a:pt x="123825" y="61976"/>
                  </a:moveTo>
                  <a:cubicBezTo>
                    <a:pt x="123825" y="66040"/>
                    <a:pt x="123444" y="70104"/>
                    <a:pt x="122682" y="74041"/>
                  </a:cubicBezTo>
                  <a:cubicBezTo>
                    <a:pt x="121920" y="77978"/>
                    <a:pt x="120777" y="81915"/>
                    <a:pt x="119126" y="85598"/>
                  </a:cubicBezTo>
                  <a:cubicBezTo>
                    <a:pt x="117475" y="89281"/>
                    <a:pt x="115697" y="92964"/>
                    <a:pt x="113411" y="96266"/>
                  </a:cubicBezTo>
                  <a:cubicBezTo>
                    <a:pt x="111125" y="99568"/>
                    <a:pt x="108585" y="102743"/>
                    <a:pt x="105664" y="105664"/>
                  </a:cubicBezTo>
                  <a:cubicBezTo>
                    <a:pt x="102743" y="108585"/>
                    <a:pt x="99695" y="111125"/>
                    <a:pt x="96266" y="113411"/>
                  </a:cubicBezTo>
                  <a:cubicBezTo>
                    <a:pt x="92837" y="115697"/>
                    <a:pt x="89281" y="117602"/>
                    <a:pt x="85598" y="119126"/>
                  </a:cubicBezTo>
                  <a:cubicBezTo>
                    <a:pt x="81915" y="120650"/>
                    <a:pt x="77978" y="121793"/>
                    <a:pt x="74041" y="122682"/>
                  </a:cubicBezTo>
                  <a:cubicBezTo>
                    <a:pt x="70104" y="123571"/>
                    <a:pt x="66040" y="123825"/>
                    <a:pt x="61976" y="123825"/>
                  </a:cubicBezTo>
                  <a:cubicBezTo>
                    <a:pt x="57912" y="123825"/>
                    <a:pt x="53848" y="123444"/>
                    <a:pt x="49911" y="122682"/>
                  </a:cubicBezTo>
                  <a:cubicBezTo>
                    <a:pt x="45974" y="121920"/>
                    <a:pt x="42037" y="120777"/>
                    <a:pt x="38354" y="119126"/>
                  </a:cubicBezTo>
                  <a:cubicBezTo>
                    <a:pt x="34671" y="117475"/>
                    <a:pt x="30988" y="115697"/>
                    <a:pt x="27686" y="113411"/>
                  </a:cubicBezTo>
                  <a:cubicBezTo>
                    <a:pt x="24384" y="111125"/>
                    <a:pt x="21209" y="108585"/>
                    <a:pt x="18288" y="105664"/>
                  </a:cubicBezTo>
                  <a:cubicBezTo>
                    <a:pt x="15367" y="102743"/>
                    <a:pt x="12700" y="99695"/>
                    <a:pt x="10414" y="96266"/>
                  </a:cubicBezTo>
                  <a:cubicBezTo>
                    <a:pt x="8128" y="92837"/>
                    <a:pt x="6223" y="89408"/>
                    <a:pt x="4699" y="85598"/>
                  </a:cubicBezTo>
                  <a:cubicBezTo>
                    <a:pt x="3175" y="81788"/>
                    <a:pt x="2032" y="77978"/>
                    <a:pt x="1143" y="74041"/>
                  </a:cubicBezTo>
                  <a:cubicBezTo>
                    <a:pt x="254" y="70104"/>
                    <a:pt x="0" y="66040"/>
                    <a:pt x="0" y="61976"/>
                  </a:cubicBezTo>
                  <a:cubicBezTo>
                    <a:pt x="0" y="57912"/>
                    <a:pt x="381" y="53848"/>
                    <a:pt x="1143" y="49911"/>
                  </a:cubicBezTo>
                  <a:cubicBezTo>
                    <a:pt x="1905" y="45974"/>
                    <a:pt x="3048" y="42037"/>
                    <a:pt x="4699" y="38354"/>
                  </a:cubicBezTo>
                  <a:cubicBezTo>
                    <a:pt x="6350" y="34671"/>
                    <a:pt x="8128" y="30988"/>
                    <a:pt x="10414" y="27686"/>
                  </a:cubicBezTo>
                  <a:cubicBezTo>
                    <a:pt x="12700" y="24384"/>
                    <a:pt x="15240" y="21209"/>
                    <a:pt x="18161" y="18288"/>
                  </a:cubicBezTo>
                  <a:cubicBezTo>
                    <a:pt x="21082" y="15367"/>
                    <a:pt x="24130" y="12700"/>
                    <a:pt x="27559" y="10414"/>
                  </a:cubicBezTo>
                  <a:cubicBezTo>
                    <a:pt x="30988" y="8128"/>
                    <a:pt x="34544" y="6223"/>
                    <a:pt x="38227" y="4699"/>
                  </a:cubicBezTo>
                  <a:cubicBezTo>
                    <a:pt x="41910" y="3175"/>
                    <a:pt x="45847" y="2032"/>
                    <a:pt x="49784" y="1143"/>
                  </a:cubicBezTo>
                  <a:cubicBezTo>
                    <a:pt x="53721" y="254"/>
                    <a:pt x="57785" y="0"/>
                    <a:pt x="61976" y="0"/>
                  </a:cubicBezTo>
                  <a:cubicBezTo>
                    <a:pt x="66167" y="0"/>
                    <a:pt x="70104" y="381"/>
                    <a:pt x="74041" y="1143"/>
                  </a:cubicBezTo>
                  <a:cubicBezTo>
                    <a:pt x="77978" y="1905"/>
                    <a:pt x="81915" y="3048"/>
                    <a:pt x="85598" y="4699"/>
                  </a:cubicBezTo>
                  <a:cubicBezTo>
                    <a:pt x="89281" y="6350"/>
                    <a:pt x="92964" y="8128"/>
                    <a:pt x="96266" y="10414"/>
                  </a:cubicBezTo>
                  <a:cubicBezTo>
                    <a:pt x="99568" y="12700"/>
                    <a:pt x="102743" y="15240"/>
                    <a:pt x="105664" y="18161"/>
                  </a:cubicBezTo>
                  <a:cubicBezTo>
                    <a:pt x="108585" y="21082"/>
                    <a:pt x="111125" y="24130"/>
                    <a:pt x="113411" y="27559"/>
                  </a:cubicBezTo>
                  <a:cubicBezTo>
                    <a:pt x="115697" y="30988"/>
                    <a:pt x="117602" y="34544"/>
                    <a:pt x="119126" y="38227"/>
                  </a:cubicBezTo>
                  <a:cubicBezTo>
                    <a:pt x="120650" y="41910"/>
                    <a:pt x="121793" y="45847"/>
                    <a:pt x="122682" y="49784"/>
                  </a:cubicBezTo>
                  <a:cubicBezTo>
                    <a:pt x="123571" y="53721"/>
                    <a:pt x="123825" y="57785"/>
                    <a:pt x="123825" y="61849"/>
                  </a:cubicBezTo>
                  <a:close/>
                </a:path>
              </a:pathLst>
            </a:custGeom>
            <a:solidFill>
              <a:srgbClr val="100C92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629442" y="6004484"/>
            <a:ext cx="123825" cy="123825"/>
            <a:chOff x="0" y="0"/>
            <a:chExt cx="123825" cy="1238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3825" cy="123825"/>
            </a:xfrm>
            <a:custGeom>
              <a:avLst/>
              <a:gdLst/>
              <a:ahLst/>
              <a:cxnLst/>
              <a:rect r="r" b="b" t="t" l="l"/>
              <a:pathLst>
                <a:path h="123825" w="123825">
                  <a:moveTo>
                    <a:pt x="123825" y="61976"/>
                  </a:moveTo>
                  <a:cubicBezTo>
                    <a:pt x="123825" y="66040"/>
                    <a:pt x="123444" y="70104"/>
                    <a:pt x="122682" y="74041"/>
                  </a:cubicBezTo>
                  <a:cubicBezTo>
                    <a:pt x="121920" y="77978"/>
                    <a:pt x="120777" y="81915"/>
                    <a:pt x="119126" y="85598"/>
                  </a:cubicBezTo>
                  <a:cubicBezTo>
                    <a:pt x="117475" y="89281"/>
                    <a:pt x="115697" y="92964"/>
                    <a:pt x="113411" y="96266"/>
                  </a:cubicBezTo>
                  <a:cubicBezTo>
                    <a:pt x="111125" y="99568"/>
                    <a:pt x="108585" y="102743"/>
                    <a:pt x="105664" y="105664"/>
                  </a:cubicBezTo>
                  <a:cubicBezTo>
                    <a:pt x="102743" y="108585"/>
                    <a:pt x="99695" y="111125"/>
                    <a:pt x="96266" y="113411"/>
                  </a:cubicBezTo>
                  <a:cubicBezTo>
                    <a:pt x="92837" y="115697"/>
                    <a:pt x="89281" y="117602"/>
                    <a:pt x="85598" y="119126"/>
                  </a:cubicBezTo>
                  <a:cubicBezTo>
                    <a:pt x="81915" y="120650"/>
                    <a:pt x="77978" y="121793"/>
                    <a:pt x="74041" y="122682"/>
                  </a:cubicBezTo>
                  <a:cubicBezTo>
                    <a:pt x="70104" y="123571"/>
                    <a:pt x="66040" y="123825"/>
                    <a:pt x="61976" y="123825"/>
                  </a:cubicBezTo>
                  <a:cubicBezTo>
                    <a:pt x="57912" y="123825"/>
                    <a:pt x="53848" y="123444"/>
                    <a:pt x="49911" y="122682"/>
                  </a:cubicBezTo>
                  <a:cubicBezTo>
                    <a:pt x="45974" y="121920"/>
                    <a:pt x="42037" y="120777"/>
                    <a:pt x="38354" y="119126"/>
                  </a:cubicBezTo>
                  <a:cubicBezTo>
                    <a:pt x="34671" y="117475"/>
                    <a:pt x="30988" y="115697"/>
                    <a:pt x="27686" y="113411"/>
                  </a:cubicBezTo>
                  <a:cubicBezTo>
                    <a:pt x="24384" y="111125"/>
                    <a:pt x="21209" y="108585"/>
                    <a:pt x="18288" y="105664"/>
                  </a:cubicBezTo>
                  <a:cubicBezTo>
                    <a:pt x="15367" y="102743"/>
                    <a:pt x="12700" y="99695"/>
                    <a:pt x="10414" y="96266"/>
                  </a:cubicBezTo>
                  <a:cubicBezTo>
                    <a:pt x="8128" y="92837"/>
                    <a:pt x="6223" y="89408"/>
                    <a:pt x="4699" y="85598"/>
                  </a:cubicBezTo>
                  <a:cubicBezTo>
                    <a:pt x="3175" y="81788"/>
                    <a:pt x="2032" y="77978"/>
                    <a:pt x="1143" y="74041"/>
                  </a:cubicBezTo>
                  <a:cubicBezTo>
                    <a:pt x="254" y="70104"/>
                    <a:pt x="0" y="66040"/>
                    <a:pt x="0" y="61976"/>
                  </a:cubicBezTo>
                  <a:cubicBezTo>
                    <a:pt x="0" y="57912"/>
                    <a:pt x="381" y="53848"/>
                    <a:pt x="1143" y="49911"/>
                  </a:cubicBezTo>
                  <a:cubicBezTo>
                    <a:pt x="1905" y="45974"/>
                    <a:pt x="3048" y="42037"/>
                    <a:pt x="4699" y="38354"/>
                  </a:cubicBezTo>
                  <a:cubicBezTo>
                    <a:pt x="6350" y="34671"/>
                    <a:pt x="8128" y="30988"/>
                    <a:pt x="10414" y="27686"/>
                  </a:cubicBezTo>
                  <a:cubicBezTo>
                    <a:pt x="12700" y="24384"/>
                    <a:pt x="15240" y="21209"/>
                    <a:pt x="18161" y="18288"/>
                  </a:cubicBezTo>
                  <a:cubicBezTo>
                    <a:pt x="21082" y="15367"/>
                    <a:pt x="24130" y="12700"/>
                    <a:pt x="27559" y="10414"/>
                  </a:cubicBezTo>
                  <a:cubicBezTo>
                    <a:pt x="30988" y="8128"/>
                    <a:pt x="34544" y="6223"/>
                    <a:pt x="38227" y="4699"/>
                  </a:cubicBezTo>
                  <a:cubicBezTo>
                    <a:pt x="41910" y="3175"/>
                    <a:pt x="45847" y="2032"/>
                    <a:pt x="49784" y="1143"/>
                  </a:cubicBezTo>
                  <a:cubicBezTo>
                    <a:pt x="53721" y="254"/>
                    <a:pt x="57785" y="0"/>
                    <a:pt x="61976" y="0"/>
                  </a:cubicBezTo>
                  <a:cubicBezTo>
                    <a:pt x="66167" y="0"/>
                    <a:pt x="70104" y="381"/>
                    <a:pt x="74041" y="1143"/>
                  </a:cubicBezTo>
                  <a:cubicBezTo>
                    <a:pt x="77978" y="1905"/>
                    <a:pt x="81915" y="3048"/>
                    <a:pt x="85598" y="4699"/>
                  </a:cubicBezTo>
                  <a:cubicBezTo>
                    <a:pt x="89281" y="6350"/>
                    <a:pt x="92964" y="8128"/>
                    <a:pt x="96266" y="10414"/>
                  </a:cubicBezTo>
                  <a:cubicBezTo>
                    <a:pt x="99568" y="12700"/>
                    <a:pt x="102743" y="15240"/>
                    <a:pt x="105664" y="18161"/>
                  </a:cubicBezTo>
                  <a:cubicBezTo>
                    <a:pt x="108585" y="21082"/>
                    <a:pt x="111125" y="24130"/>
                    <a:pt x="113411" y="27559"/>
                  </a:cubicBezTo>
                  <a:cubicBezTo>
                    <a:pt x="115697" y="30988"/>
                    <a:pt x="117602" y="34544"/>
                    <a:pt x="119126" y="38227"/>
                  </a:cubicBezTo>
                  <a:cubicBezTo>
                    <a:pt x="120650" y="41910"/>
                    <a:pt x="121793" y="45847"/>
                    <a:pt x="122682" y="49784"/>
                  </a:cubicBezTo>
                  <a:cubicBezTo>
                    <a:pt x="123571" y="53721"/>
                    <a:pt x="123825" y="57785"/>
                    <a:pt x="123825" y="61849"/>
                  </a:cubicBezTo>
                  <a:close/>
                </a:path>
              </a:pathLst>
            </a:custGeom>
            <a:solidFill>
              <a:srgbClr val="100C92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7195797" y="6128309"/>
            <a:ext cx="1158745" cy="4222185"/>
            <a:chOff x="0" y="0"/>
            <a:chExt cx="1158748" cy="42221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0" y="81534"/>
              <a:ext cx="1028700" cy="2361184"/>
            </a:xfrm>
            <a:custGeom>
              <a:avLst/>
              <a:gdLst/>
              <a:ahLst/>
              <a:cxnLst/>
              <a:rect r="r" b="b" t="t" l="l"/>
              <a:pathLst>
                <a:path h="2361184" w="1028700">
                  <a:moveTo>
                    <a:pt x="1028700" y="0"/>
                  </a:moveTo>
                  <a:cubicBezTo>
                    <a:pt x="447294" y="79248"/>
                    <a:pt x="0" y="577723"/>
                    <a:pt x="0" y="1180084"/>
                  </a:cubicBezTo>
                  <a:cubicBezTo>
                    <a:pt x="0" y="1783334"/>
                    <a:pt x="447294" y="2281936"/>
                    <a:pt x="1028700" y="2361184"/>
                  </a:cubicBezTo>
                  <a:lnTo>
                    <a:pt x="1028700" y="1661160"/>
                  </a:lnTo>
                  <a:cubicBezTo>
                    <a:pt x="828167" y="1593469"/>
                    <a:pt x="683641" y="1404112"/>
                    <a:pt x="683641" y="1180211"/>
                  </a:cubicBezTo>
                  <a:cubicBezTo>
                    <a:pt x="683641" y="957072"/>
                    <a:pt x="828167" y="767715"/>
                    <a:pt x="1028700" y="700024"/>
                  </a:cubicBezTo>
                  <a:lnTo>
                    <a:pt x="1028700" y="700024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1028700" cy="4095242"/>
            </a:xfrm>
            <a:custGeom>
              <a:avLst/>
              <a:gdLst/>
              <a:ahLst/>
              <a:cxnLst/>
              <a:rect r="r" b="b" t="t" l="l"/>
              <a:pathLst>
                <a:path h="4095242" w="1028700">
                  <a:moveTo>
                    <a:pt x="0" y="0"/>
                  </a:moveTo>
                  <a:lnTo>
                    <a:pt x="0" y="4095242"/>
                  </a:lnTo>
                  <a:lnTo>
                    <a:pt x="1028700" y="4095242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629442" y="6799816"/>
            <a:ext cx="123825" cy="123825"/>
            <a:chOff x="0" y="0"/>
            <a:chExt cx="123825" cy="1238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3825" cy="123825"/>
            </a:xfrm>
            <a:custGeom>
              <a:avLst/>
              <a:gdLst/>
              <a:ahLst/>
              <a:cxnLst/>
              <a:rect r="r" b="b" t="t" l="l"/>
              <a:pathLst>
                <a:path h="123825" w="123825">
                  <a:moveTo>
                    <a:pt x="123825" y="61976"/>
                  </a:moveTo>
                  <a:cubicBezTo>
                    <a:pt x="123825" y="66040"/>
                    <a:pt x="123444" y="70104"/>
                    <a:pt x="122682" y="74041"/>
                  </a:cubicBezTo>
                  <a:cubicBezTo>
                    <a:pt x="121920" y="77978"/>
                    <a:pt x="120777" y="81915"/>
                    <a:pt x="119126" y="85598"/>
                  </a:cubicBezTo>
                  <a:cubicBezTo>
                    <a:pt x="117475" y="89281"/>
                    <a:pt x="115697" y="92964"/>
                    <a:pt x="113411" y="96266"/>
                  </a:cubicBezTo>
                  <a:cubicBezTo>
                    <a:pt x="111125" y="99568"/>
                    <a:pt x="108585" y="102743"/>
                    <a:pt x="105664" y="105664"/>
                  </a:cubicBezTo>
                  <a:cubicBezTo>
                    <a:pt x="102743" y="108585"/>
                    <a:pt x="99695" y="111125"/>
                    <a:pt x="96266" y="113411"/>
                  </a:cubicBezTo>
                  <a:cubicBezTo>
                    <a:pt x="92837" y="115697"/>
                    <a:pt x="89281" y="117602"/>
                    <a:pt x="85598" y="119126"/>
                  </a:cubicBezTo>
                  <a:cubicBezTo>
                    <a:pt x="81915" y="120650"/>
                    <a:pt x="77978" y="121793"/>
                    <a:pt x="74041" y="122682"/>
                  </a:cubicBezTo>
                  <a:cubicBezTo>
                    <a:pt x="70104" y="123571"/>
                    <a:pt x="66040" y="123825"/>
                    <a:pt x="61976" y="123825"/>
                  </a:cubicBezTo>
                  <a:cubicBezTo>
                    <a:pt x="57912" y="123825"/>
                    <a:pt x="53848" y="123444"/>
                    <a:pt x="49911" y="122682"/>
                  </a:cubicBezTo>
                  <a:cubicBezTo>
                    <a:pt x="45974" y="121920"/>
                    <a:pt x="42037" y="120777"/>
                    <a:pt x="38354" y="119126"/>
                  </a:cubicBezTo>
                  <a:cubicBezTo>
                    <a:pt x="34671" y="117475"/>
                    <a:pt x="30988" y="115697"/>
                    <a:pt x="27686" y="113411"/>
                  </a:cubicBezTo>
                  <a:cubicBezTo>
                    <a:pt x="24384" y="111125"/>
                    <a:pt x="21209" y="108585"/>
                    <a:pt x="18288" y="105664"/>
                  </a:cubicBezTo>
                  <a:cubicBezTo>
                    <a:pt x="15367" y="102743"/>
                    <a:pt x="12700" y="99695"/>
                    <a:pt x="10414" y="96266"/>
                  </a:cubicBezTo>
                  <a:cubicBezTo>
                    <a:pt x="8128" y="92837"/>
                    <a:pt x="6223" y="89408"/>
                    <a:pt x="4699" y="85598"/>
                  </a:cubicBezTo>
                  <a:cubicBezTo>
                    <a:pt x="3175" y="81788"/>
                    <a:pt x="2032" y="77978"/>
                    <a:pt x="1143" y="74041"/>
                  </a:cubicBezTo>
                  <a:cubicBezTo>
                    <a:pt x="254" y="70104"/>
                    <a:pt x="0" y="66040"/>
                    <a:pt x="0" y="61976"/>
                  </a:cubicBezTo>
                  <a:cubicBezTo>
                    <a:pt x="0" y="57912"/>
                    <a:pt x="381" y="53848"/>
                    <a:pt x="1143" y="49911"/>
                  </a:cubicBezTo>
                  <a:cubicBezTo>
                    <a:pt x="1905" y="45974"/>
                    <a:pt x="3048" y="42037"/>
                    <a:pt x="4699" y="38354"/>
                  </a:cubicBezTo>
                  <a:cubicBezTo>
                    <a:pt x="6350" y="34671"/>
                    <a:pt x="8128" y="30988"/>
                    <a:pt x="10414" y="27686"/>
                  </a:cubicBezTo>
                  <a:cubicBezTo>
                    <a:pt x="12700" y="24384"/>
                    <a:pt x="15240" y="21209"/>
                    <a:pt x="18161" y="18288"/>
                  </a:cubicBezTo>
                  <a:cubicBezTo>
                    <a:pt x="21082" y="15367"/>
                    <a:pt x="24130" y="12700"/>
                    <a:pt x="27559" y="10414"/>
                  </a:cubicBezTo>
                  <a:cubicBezTo>
                    <a:pt x="30988" y="8128"/>
                    <a:pt x="34544" y="6223"/>
                    <a:pt x="38227" y="4699"/>
                  </a:cubicBezTo>
                  <a:cubicBezTo>
                    <a:pt x="41910" y="3175"/>
                    <a:pt x="45847" y="2032"/>
                    <a:pt x="49784" y="1143"/>
                  </a:cubicBezTo>
                  <a:cubicBezTo>
                    <a:pt x="53721" y="254"/>
                    <a:pt x="57785" y="0"/>
                    <a:pt x="61976" y="0"/>
                  </a:cubicBezTo>
                  <a:cubicBezTo>
                    <a:pt x="66167" y="0"/>
                    <a:pt x="70104" y="381"/>
                    <a:pt x="74041" y="1143"/>
                  </a:cubicBezTo>
                  <a:cubicBezTo>
                    <a:pt x="77978" y="1905"/>
                    <a:pt x="81915" y="3048"/>
                    <a:pt x="85598" y="4699"/>
                  </a:cubicBezTo>
                  <a:cubicBezTo>
                    <a:pt x="89281" y="6350"/>
                    <a:pt x="92964" y="8128"/>
                    <a:pt x="96266" y="10414"/>
                  </a:cubicBezTo>
                  <a:cubicBezTo>
                    <a:pt x="99568" y="12700"/>
                    <a:pt x="102743" y="15240"/>
                    <a:pt x="105664" y="18161"/>
                  </a:cubicBezTo>
                  <a:cubicBezTo>
                    <a:pt x="108585" y="21082"/>
                    <a:pt x="111125" y="24130"/>
                    <a:pt x="113411" y="27559"/>
                  </a:cubicBezTo>
                  <a:cubicBezTo>
                    <a:pt x="115697" y="30988"/>
                    <a:pt x="117602" y="34544"/>
                    <a:pt x="119126" y="38227"/>
                  </a:cubicBezTo>
                  <a:cubicBezTo>
                    <a:pt x="120650" y="41910"/>
                    <a:pt x="121793" y="45847"/>
                    <a:pt x="122682" y="49784"/>
                  </a:cubicBezTo>
                  <a:cubicBezTo>
                    <a:pt x="123571" y="53721"/>
                    <a:pt x="123825" y="57785"/>
                    <a:pt x="123825" y="61849"/>
                  </a:cubicBezTo>
                  <a:close/>
                </a:path>
              </a:pathLst>
            </a:custGeom>
            <a:solidFill>
              <a:srgbClr val="100C92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2360181" y="6313450"/>
            <a:ext cx="4835616" cy="2744212"/>
          </a:xfrm>
          <a:custGeom>
            <a:avLst/>
            <a:gdLst/>
            <a:ahLst/>
            <a:cxnLst/>
            <a:rect r="r" b="b" t="t" l="l"/>
            <a:pathLst>
              <a:path h="2744212" w="4835616">
                <a:moveTo>
                  <a:pt x="0" y="0"/>
                </a:moveTo>
                <a:lnTo>
                  <a:pt x="4835616" y="0"/>
                </a:lnTo>
                <a:lnTo>
                  <a:pt x="4835616" y="2744212"/>
                </a:lnTo>
                <a:lnTo>
                  <a:pt x="0" y="2744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15179" y="2317023"/>
            <a:ext cx="8172681" cy="184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69"/>
              </a:lnSpc>
            </a:pPr>
            <a:r>
              <a:rPr lang="en-US" sz="2822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To address this issue, I applied two techniques to ensure fair learning across all sentiment classes.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93723" y="4301671"/>
            <a:ext cx="9425759" cy="338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1"/>
              </a:lnSpc>
            </a:pPr>
            <a:r>
              <a:rPr lang="en-US" sz="3131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down sampling: to reduce the number of positive samples into 8000</a:t>
            </a:r>
          </a:p>
          <a:p>
            <a:pPr algn="l">
              <a:lnSpc>
                <a:spcPts val="5291"/>
              </a:lnSpc>
            </a:pPr>
            <a:r>
              <a:rPr lang="en-US" sz="3131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Data augmentation: to increase the number of samples on (Neutral , Negative )</a:t>
            </a:r>
          </a:p>
          <a:p>
            <a:pPr algn="l">
              <a:lnSpc>
                <a:spcPts val="5291"/>
              </a:lnSpc>
            </a:pPr>
            <a:r>
              <a:rPr lang="en-US" sz="3131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Total balanced dataset: 14202 reviews 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15179" y="1383097"/>
            <a:ext cx="6545180" cy="791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8"/>
              </a:lnSpc>
            </a:pPr>
            <a:r>
              <a:rPr lang="en-US" b="true" sz="3970">
                <a:solidFill>
                  <a:srgbClr val="100C92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Balancing the Dataset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3607" y="3854596"/>
            <a:ext cx="5245932" cy="4649734"/>
          </a:xfrm>
          <a:custGeom>
            <a:avLst/>
            <a:gdLst/>
            <a:ahLst/>
            <a:cxnLst/>
            <a:rect r="r" b="b" t="t" l="l"/>
            <a:pathLst>
              <a:path h="4649734" w="5245932">
                <a:moveTo>
                  <a:pt x="0" y="0"/>
                </a:moveTo>
                <a:lnTo>
                  <a:pt x="5245932" y="0"/>
                </a:lnTo>
                <a:lnTo>
                  <a:pt x="5245932" y="4649734"/>
                </a:lnTo>
                <a:lnTo>
                  <a:pt x="0" y="46497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30401" y="3854596"/>
            <a:ext cx="5245932" cy="4649734"/>
          </a:xfrm>
          <a:custGeom>
            <a:avLst/>
            <a:gdLst/>
            <a:ahLst/>
            <a:cxnLst/>
            <a:rect r="r" b="b" t="t" l="l"/>
            <a:pathLst>
              <a:path h="4649734" w="5245932">
                <a:moveTo>
                  <a:pt x="0" y="0"/>
                </a:moveTo>
                <a:lnTo>
                  <a:pt x="5245932" y="0"/>
                </a:lnTo>
                <a:lnTo>
                  <a:pt x="5245932" y="4649734"/>
                </a:lnTo>
                <a:lnTo>
                  <a:pt x="0" y="46497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17194" y="3568646"/>
            <a:ext cx="5214976" cy="4935674"/>
          </a:xfrm>
          <a:custGeom>
            <a:avLst/>
            <a:gdLst/>
            <a:ahLst/>
            <a:cxnLst/>
            <a:rect r="r" b="b" t="t" l="l"/>
            <a:pathLst>
              <a:path h="4935674" w="5214976">
                <a:moveTo>
                  <a:pt x="0" y="0"/>
                </a:moveTo>
                <a:lnTo>
                  <a:pt x="5214976" y="0"/>
                </a:lnTo>
                <a:lnTo>
                  <a:pt x="5214976" y="4935674"/>
                </a:lnTo>
                <a:lnTo>
                  <a:pt x="0" y="49356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58240" y="975541"/>
            <a:ext cx="13026638" cy="1945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98"/>
              </a:lnSpc>
            </a:pPr>
            <a:r>
              <a:rPr lang="en-US" b="true" sz="6300">
                <a:solidFill>
                  <a:srgbClr val="100C92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ROBERTA MODEL FOR SENTIMENT CLASSIFICATION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54499" y="5445623"/>
            <a:ext cx="3696491" cy="189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Tokenization</a:t>
            </a:r>
          </a:p>
          <a:p>
            <a:pPr algn="ctr">
              <a:lnSpc>
                <a:spcPts val="2774"/>
              </a:lnSpc>
            </a:pPr>
            <a:r>
              <a:rPr lang="en-US" sz="1997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I </a:t>
            </a:r>
            <a:r>
              <a:rPr lang="en-US" sz="1997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used the roberta-base tokenizer to convert the training and test text data into input tokens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94496" y="5197973"/>
            <a:ext cx="3179921" cy="2731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700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Construct Train/Test Datasets</a:t>
            </a:r>
          </a:p>
          <a:p>
            <a:pPr algn="ctr">
              <a:lnSpc>
                <a:spcPts val="2774"/>
              </a:lnSpc>
            </a:pPr>
            <a:r>
              <a:rPr lang="en-US" sz="1997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The data was wrapped into PyTorch datasets for both training and testing sets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27013" y="5197973"/>
            <a:ext cx="4074928" cy="207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700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Define Evaluation Metrics</a:t>
            </a:r>
          </a:p>
          <a:p>
            <a:pPr algn="ctr">
              <a:lnSpc>
                <a:spcPts val="2774"/>
              </a:lnSpc>
            </a:pPr>
            <a:r>
              <a:rPr lang="en-US" sz="1997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</a:t>
            </a:r>
            <a:r>
              <a:rPr lang="en-US" sz="1997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evaluated the model using accuracy, precision, recall, and F1-score per class (Negative, Neutral, Positive)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92809" y="4149557"/>
            <a:ext cx="353930" cy="469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5"/>
              </a:lnSpc>
            </a:pPr>
            <a:r>
              <a:rPr lang="en-US" sz="2396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741207" y="4149557"/>
            <a:ext cx="432483" cy="469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5"/>
              </a:lnSpc>
            </a:pPr>
            <a:r>
              <a:rPr lang="en-US" sz="2396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516700" y="3863607"/>
            <a:ext cx="436216" cy="469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5"/>
              </a:lnSpc>
            </a:pPr>
            <a:r>
              <a:rPr lang="en-US" sz="2396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03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6986380" y="1038444"/>
            <a:ext cx="1304658" cy="5685882"/>
            <a:chOff x="0" y="0"/>
            <a:chExt cx="1304658" cy="56858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8608"/>
              <a:ext cx="1301623" cy="3242437"/>
            </a:xfrm>
            <a:custGeom>
              <a:avLst/>
              <a:gdLst/>
              <a:ahLst/>
              <a:cxnLst/>
              <a:rect r="r" b="b" t="t" l="l"/>
              <a:pathLst>
                <a:path h="3242437" w="1301623">
                  <a:moveTo>
                    <a:pt x="1301623" y="0"/>
                  </a:moveTo>
                  <a:cubicBezTo>
                    <a:pt x="556641" y="163576"/>
                    <a:pt x="0" y="827532"/>
                    <a:pt x="0" y="1620647"/>
                  </a:cubicBezTo>
                  <a:cubicBezTo>
                    <a:pt x="0" y="2415032"/>
                    <a:pt x="556641" y="3078988"/>
                    <a:pt x="1301623" y="3242437"/>
                  </a:cubicBezTo>
                  <a:lnTo>
                    <a:pt x="1301623" y="2230628"/>
                  </a:lnTo>
                  <a:lnTo>
                    <a:pt x="1301623" y="2230628"/>
                  </a:lnTo>
                  <a:cubicBezTo>
                    <a:pt x="1092708" y="2107946"/>
                    <a:pt x="952246" y="1880997"/>
                    <a:pt x="952246" y="1620520"/>
                  </a:cubicBezTo>
                  <a:cubicBezTo>
                    <a:pt x="952246" y="1360932"/>
                    <a:pt x="1092708" y="1134237"/>
                    <a:pt x="1301623" y="1011682"/>
                  </a:cubicBezTo>
                  <a:lnTo>
                    <a:pt x="1301623" y="1011682"/>
                  </a:lnTo>
                  <a:lnTo>
                    <a:pt x="1301623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66551" y="3490341"/>
            <a:ext cx="931135" cy="5831462"/>
            <a:chOff x="0" y="0"/>
            <a:chExt cx="931139" cy="58314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6548" y="2678684"/>
              <a:ext cx="796925" cy="2841244"/>
            </a:xfrm>
            <a:custGeom>
              <a:avLst/>
              <a:gdLst/>
              <a:ahLst/>
              <a:cxnLst/>
              <a:rect r="r" b="b" t="t" l="l"/>
              <a:pathLst>
                <a:path h="2841244" w="796925">
                  <a:moveTo>
                    <a:pt x="0" y="0"/>
                  </a:moveTo>
                  <a:lnTo>
                    <a:pt x="0" y="2841244"/>
                  </a:lnTo>
                  <a:cubicBezTo>
                    <a:pt x="450596" y="2568194"/>
                    <a:pt x="760603" y="2086610"/>
                    <a:pt x="796925" y="1530731"/>
                  </a:cubicBezTo>
                  <a:lnTo>
                    <a:pt x="796925" y="1311529"/>
                  </a:lnTo>
                  <a:lnTo>
                    <a:pt x="796925" y="1311529"/>
                  </a:lnTo>
                  <a:cubicBezTo>
                    <a:pt x="760730" y="755015"/>
                    <a:pt x="450596" y="273177"/>
                    <a:pt x="0" y="0"/>
                  </a:cubicBez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6548" y="63500"/>
              <a:ext cx="801116" cy="5704459"/>
            </a:xfrm>
            <a:custGeom>
              <a:avLst/>
              <a:gdLst/>
              <a:ahLst/>
              <a:cxnLst/>
              <a:rect r="r" b="b" t="t" l="l"/>
              <a:pathLst>
                <a:path h="5704459" w="801116">
                  <a:moveTo>
                    <a:pt x="0" y="0"/>
                  </a:moveTo>
                  <a:lnTo>
                    <a:pt x="0" y="5704459"/>
                  </a:lnTo>
                  <a:lnTo>
                    <a:pt x="801116" y="5704459"/>
                  </a:lnTo>
                  <a:lnTo>
                    <a:pt x="80111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6986352" y="1028700"/>
            <a:ext cx="1301648" cy="5704456"/>
            <a:chOff x="0" y="0"/>
            <a:chExt cx="1301648" cy="57044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01623" cy="5704459"/>
            </a:xfrm>
            <a:custGeom>
              <a:avLst/>
              <a:gdLst/>
              <a:ahLst/>
              <a:cxnLst/>
              <a:rect r="r" b="b" t="t" l="l"/>
              <a:pathLst>
                <a:path h="5704459" w="1301623">
                  <a:moveTo>
                    <a:pt x="0" y="0"/>
                  </a:moveTo>
                  <a:lnTo>
                    <a:pt x="0" y="5704459"/>
                  </a:lnTo>
                  <a:lnTo>
                    <a:pt x="1301623" y="5704459"/>
                  </a:lnTo>
                  <a:lnTo>
                    <a:pt x="1301623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0043265" y="2455743"/>
            <a:ext cx="7595445" cy="6314146"/>
          </a:xfrm>
          <a:custGeom>
            <a:avLst/>
            <a:gdLst/>
            <a:ahLst/>
            <a:cxnLst/>
            <a:rect r="r" b="b" t="t" l="l"/>
            <a:pathLst>
              <a:path h="6314146" w="7595445">
                <a:moveTo>
                  <a:pt x="0" y="0"/>
                </a:moveTo>
                <a:lnTo>
                  <a:pt x="7595444" y="0"/>
                </a:lnTo>
                <a:lnTo>
                  <a:pt x="7595444" y="6314146"/>
                </a:lnTo>
                <a:lnTo>
                  <a:pt x="0" y="63141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6017" b="-6017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64584" y="4533939"/>
            <a:ext cx="8115300" cy="4398433"/>
          </a:xfrm>
          <a:custGeom>
            <a:avLst/>
            <a:gdLst/>
            <a:ahLst/>
            <a:cxnLst/>
            <a:rect r="r" b="b" t="t" l="l"/>
            <a:pathLst>
              <a:path h="4398433" w="8115300">
                <a:moveTo>
                  <a:pt x="0" y="0"/>
                </a:moveTo>
                <a:lnTo>
                  <a:pt x="8115300" y="0"/>
                </a:lnTo>
                <a:lnTo>
                  <a:pt x="8115300" y="4398433"/>
                </a:lnTo>
                <a:lnTo>
                  <a:pt x="0" y="4398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3327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810739"/>
            <a:ext cx="7759665" cy="240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22"/>
              </a:lnSpc>
            </a:pPr>
            <a:r>
              <a:rPr lang="en-US" b="true" sz="8372">
                <a:solidFill>
                  <a:srgbClr val="100C92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EVALUATION RESULTS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72594" y="3445326"/>
            <a:ext cx="5660178" cy="476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RoBERTa Classification Report: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E2E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028045" y="2269084"/>
            <a:ext cx="12272029" cy="5748833"/>
            <a:chOff x="0" y="0"/>
            <a:chExt cx="12272023" cy="57488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72010" cy="5748782"/>
            </a:xfrm>
            <a:custGeom>
              <a:avLst/>
              <a:gdLst/>
              <a:ahLst/>
              <a:cxnLst/>
              <a:rect r="r" b="b" t="t" l="l"/>
              <a:pathLst>
                <a:path h="5748782" w="12272010">
                  <a:moveTo>
                    <a:pt x="0" y="5748782"/>
                  </a:moveTo>
                  <a:lnTo>
                    <a:pt x="12272010" y="5748782"/>
                  </a:lnTo>
                  <a:lnTo>
                    <a:pt x="122720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63503" y="-63503"/>
            <a:ext cx="18414997" cy="1367342"/>
            <a:chOff x="0" y="0"/>
            <a:chExt cx="18415000" cy="1367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68020"/>
              <a:ext cx="569341" cy="625348"/>
            </a:xfrm>
            <a:custGeom>
              <a:avLst/>
              <a:gdLst/>
              <a:ahLst/>
              <a:cxnLst/>
              <a:rect r="r" b="b" t="t" l="l"/>
              <a:pathLst>
                <a:path h="625348" w="569341">
                  <a:moveTo>
                    <a:pt x="0" y="0"/>
                  </a:moveTo>
                  <a:lnTo>
                    <a:pt x="0" y="625348"/>
                  </a:lnTo>
                  <a:lnTo>
                    <a:pt x="569341" y="625348"/>
                  </a:lnTo>
                  <a:lnTo>
                    <a:pt x="569341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1190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223899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816608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407666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00502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593211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4184269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776978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5369814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5960745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553581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7146290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7737348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8330057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8" y="0"/>
                  </a:lnTo>
                  <a:lnTo>
                    <a:pt x="592708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8922893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9524365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0115423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0708132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8" y="0"/>
                  </a:lnTo>
                  <a:lnTo>
                    <a:pt x="592708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1300841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891899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2484735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3077444" y="668020"/>
              <a:ext cx="592710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10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3668502" y="63500"/>
              <a:ext cx="592710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10">
                  <a:moveTo>
                    <a:pt x="0" y="0"/>
                  </a:moveTo>
                  <a:lnTo>
                    <a:pt x="0" y="604520"/>
                  </a:lnTo>
                  <a:lnTo>
                    <a:pt x="592710" y="60452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4261212" y="668020"/>
              <a:ext cx="592710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10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4853920" y="63500"/>
              <a:ext cx="592710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10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5444978" y="668020"/>
              <a:ext cx="592710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10">
                  <a:moveTo>
                    <a:pt x="0" y="625475"/>
                  </a:moveTo>
                  <a:lnTo>
                    <a:pt x="0" y="0"/>
                  </a:lnTo>
                  <a:lnTo>
                    <a:pt x="592710" y="0"/>
                  </a:lnTo>
                  <a:lnTo>
                    <a:pt x="592710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6037813" y="63500"/>
              <a:ext cx="592710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10">
                  <a:moveTo>
                    <a:pt x="0" y="0"/>
                  </a:moveTo>
                  <a:lnTo>
                    <a:pt x="0" y="604520"/>
                  </a:lnTo>
                  <a:lnTo>
                    <a:pt x="592710" y="60452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6630523" y="668020"/>
              <a:ext cx="592710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10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7221581" y="63500"/>
              <a:ext cx="592710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10">
                  <a:moveTo>
                    <a:pt x="0" y="0"/>
                  </a:moveTo>
                  <a:lnTo>
                    <a:pt x="0" y="604520"/>
                  </a:lnTo>
                  <a:lnTo>
                    <a:pt x="592710" y="60452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7814289" y="668020"/>
              <a:ext cx="537211" cy="625348"/>
            </a:xfrm>
            <a:custGeom>
              <a:avLst/>
              <a:gdLst/>
              <a:ahLst/>
              <a:cxnLst/>
              <a:rect r="r" b="b" t="t" l="l"/>
              <a:pathLst>
                <a:path h="625348" w="537211">
                  <a:moveTo>
                    <a:pt x="0" y="0"/>
                  </a:moveTo>
                  <a:lnTo>
                    <a:pt x="0" y="625348"/>
                  </a:lnTo>
                  <a:lnTo>
                    <a:pt x="537211" y="625348"/>
                  </a:lnTo>
                  <a:lnTo>
                    <a:pt x="537211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9519158" y="63500"/>
              <a:ext cx="8832342" cy="1240282"/>
            </a:xfrm>
            <a:custGeom>
              <a:avLst/>
              <a:gdLst/>
              <a:ahLst/>
              <a:cxnLst/>
              <a:rect r="r" b="b" t="t" l="l"/>
              <a:pathLst>
                <a:path h="1240282" w="8832342">
                  <a:moveTo>
                    <a:pt x="0" y="0"/>
                  </a:moveTo>
                  <a:lnTo>
                    <a:pt x="0" y="1240282"/>
                  </a:lnTo>
                  <a:lnTo>
                    <a:pt x="8832342" y="1240282"/>
                  </a:lnTo>
                  <a:lnTo>
                    <a:pt x="883234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63500" y="63500"/>
              <a:ext cx="9455658" cy="1240282"/>
            </a:xfrm>
            <a:custGeom>
              <a:avLst/>
              <a:gdLst/>
              <a:ahLst/>
              <a:cxnLst/>
              <a:rect r="r" b="b" t="t" l="l"/>
              <a:pathLst>
                <a:path h="1240282" w="9455658">
                  <a:moveTo>
                    <a:pt x="0" y="0"/>
                  </a:moveTo>
                  <a:lnTo>
                    <a:pt x="0" y="1240282"/>
                  </a:lnTo>
                  <a:lnTo>
                    <a:pt x="9455658" y="1240282"/>
                  </a:lnTo>
                  <a:lnTo>
                    <a:pt x="945565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8" id="38"/>
          <p:cNvGrpSpPr>
            <a:grpSpLocks noChangeAspect="true"/>
          </p:cNvGrpSpPr>
          <p:nvPr/>
        </p:nvGrpSpPr>
        <p:grpSpPr>
          <a:xfrm rot="0">
            <a:off x="-63503" y="9175747"/>
            <a:ext cx="18414997" cy="1174747"/>
            <a:chOff x="0" y="0"/>
            <a:chExt cx="18415000" cy="11747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63500" y="66548"/>
              <a:ext cx="569341" cy="615442"/>
            </a:xfrm>
            <a:custGeom>
              <a:avLst/>
              <a:gdLst/>
              <a:ahLst/>
              <a:cxnLst/>
              <a:rect r="r" b="b" t="t" l="l"/>
              <a:pathLst>
                <a:path h="615442" w="569341">
                  <a:moveTo>
                    <a:pt x="0" y="0"/>
                  </a:moveTo>
                  <a:lnTo>
                    <a:pt x="0" y="615442"/>
                  </a:lnTo>
                  <a:lnTo>
                    <a:pt x="569341" y="615442"/>
                  </a:lnTo>
                  <a:lnTo>
                    <a:pt x="569341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631190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223899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1816608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2407666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3000502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3593211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4184269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4776978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5369814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5960745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6553581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7146290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7737348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8330057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8" y="615442"/>
                  </a:lnTo>
                  <a:lnTo>
                    <a:pt x="592708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8922893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9524365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10115423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10708132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8" y="615442"/>
                  </a:lnTo>
                  <a:lnTo>
                    <a:pt x="592708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11300841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11891899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12484735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13077444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13668502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10" y="42926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14261212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14853920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15444978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10" y="615442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16037813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10" y="42926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16630523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17221581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10" y="42926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17814289" y="66548"/>
              <a:ext cx="537211" cy="615442"/>
            </a:xfrm>
            <a:custGeom>
              <a:avLst/>
              <a:gdLst/>
              <a:ahLst/>
              <a:cxnLst/>
              <a:rect r="r" b="b" t="t" l="l"/>
              <a:pathLst>
                <a:path h="615442" w="537211">
                  <a:moveTo>
                    <a:pt x="0" y="0"/>
                  </a:moveTo>
                  <a:lnTo>
                    <a:pt x="0" y="615442"/>
                  </a:lnTo>
                  <a:lnTo>
                    <a:pt x="537211" y="615442"/>
                  </a:lnTo>
                  <a:lnTo>
                    <a:pt x="537211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9519158" y="63500"/>
              <a:ext cx="8832342" cy="1047750"/>
            </a:xfrm>
            <a:custGeom>
              <a:avLst/>
              <a:gdLst/>
              <a:ahLst/>
              <a:cxnLst/>
              <a:rect r="r" b="b" t="t" l="l"/>
              <a:pathLst>
                <a:path h="1047750" w="8832342">
                  <a:moveTo>
                    <a:pt x="0" y="0"/>
                  </a:moveTo>
                  <a:lnTo>
                    <a:pt x="0" y="1047750"/>
                  </a:lnTo>
                  <a:lnTo>
                    <a:pt x="8832342" y="1047750"/>
                  </a:lnTo>
                  <a:lnTo>
                    <a:pt x="883234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63500" y="63500"/>
              <a:ext cx="9455658" cy="1047750"/>
            </a:xfrm>
            <a:custGeom>
              <a:avLst/>
              <a:gdLst/>
              <a:ahLst/>
              <a:cxnLst/>
              <a:rect r="r" b="b" t="t" l="l"/>
              <a:pathLst>
                <a:path h="1047750" w="9455658">
                  <a:moveTo>
                    <a:pt x="0" y="0"/>
                  </a:moveTo>
                  <a:lnTo>
                    <a:pt x="0" y="1047750"/>
                  </a:lnTo>
                  <a:lnTo>
                    <a:pt x="9455658" y="1047750"/>
                  </a:lnTo>
                  <a:lnTo>
                    <a:pt x="945565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72" id="72"/>
          <p:cNvSpPr txBox="true"/>
          <p:nvPr/>
        </p:nvSpPr>
        <p:spPr>
          <a:xfrm rot="0">
            <a:off x="5538616" y="4305148"/>
            <a:ext cx="7354824" cy="1636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33"/>
              </a:lnSpc>
            </a:pPr>
            <a:r>
              <a:rPr lang="en-US" b="true" sz="8166">
                <a:solidFill>
                  <a:srgbClr val="100C92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CLUSTERING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32056"/>
            <a:ext cx="15399810" cy="1399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8"/>
              </a:lnSpc>
            </a:pPr>
            <a:r>
              <a:rPr lang="en-US" b="true" sz="3770">
                <a:solidFill>
                  <a:srgbClr val="100C92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Product Category  Embedding and Clustering with KMeans</a:t>
            </a:r>
          </a:p>
        </p:txBody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-873803" y="8901358"/>
            <a:ext cx="18414997" cy="1367342"/>
            <a:chOff x="0" y="0"/>
            <a:chExt cx="18415000" cy="1367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63500" y="668020"/>
              <a:ext cx="569341" cy="625348"/>
            </a:xfrm>
            <a:custGeom>
              <a:avLst/>
              <a:gdLst/>
              <a:ahLst/>
              <a:cxnLst/>
              <a:rect r="r" b="b" t="t" l="l"/>
              <a:pathLst>
                <a:path h="625348" w="569341">
                  <a:moveTo>
                    <a:pt x="0" y="0"/>
                  </a:moveTo>
                  <a:lnTo>
                    <a:pt x="0" y="625348"/>
                  </a:lnTo>
                  <a:lnTo>
                    <a:pt x="569341" y="625348"/>
                  </a:lnTo>
                  <a:lnTo>
                    <a:pt x="569341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1190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223899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816608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407666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00502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593211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184269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4776978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369814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5960745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553581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7146290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7737348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8330057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8" y="0"/>
                  </a:lnTo>
                  <a:lnTo>
                    <a:pt x="592708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8922893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9524365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0115423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0708132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8" y="0"/>
                  </a:lnTo>
                  <a:lnTo>
                    <a:pt x="592708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1300841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1891899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2484735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3077444" y="668020"/>
              <a:ext cx="592710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10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3668502" y="63500"/>
              <a:ext cx="592710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10">
                  <a:moveTo>
                    <a:pt x="0" y="0"/>
                  </a:moveTo>
                  <a:lnTo>
                    <a:pt x="0" y="604520"/>
                  </a:lnTo>
                  <a:lnTo>
                    <a:pt x="592710" y="60452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4261212" y="668020"/>
              <a:ext cx="592710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10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4853920" y="63500"/>
              <a:ext cx="592710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10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5444978" y="668020"/>
              <a:ext cx="592710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10">
                  <a:moveTo>
                    <a:pt x="0" y="625475"/>
                  </a:moveTo>
                  <a:lnTo>
                    <a:pt x="0" y="0"/>
                  </a:lnTo>
                  <a:lnTo>
                    <a:pt x="592710" y="0"/>
                  </a:lnTo>
                  <a:lnTo>
                    <a:pt x="592710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6037813" y="63500"/>
              <a:ext cx="592710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10">
                  <a:moveTo>
                    <a:pt x="0" y="0"/>
                  </a:moveTo>
                  <a:lnTo>
                    <a:pt x="0" y="604520"/>
                  </a:lnTo>
                  <a:lnTo>
                    <a:pt x="592710" y="60452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6630523" y="668020"/>
              <a:ext cx="592710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10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7221581" y="63500"/>
              <a:ext cx="592710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10">
                  <a:moveTo>
                    <a:pt x="0" y="0"/>
                  </a:moveTo>
                  <a:lnTo>
                    <a:pt x="0" y="604520"/>
                  </a:lnTo>
                  <a:lnTo>
                    <a:pt x="592710" y="60452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7814289" y="668020"/>
              <a:ext cx="537211" cy="625348"/>
            </a:xfrm>
            <a:custGeom>
              <a:avLst/>
              <a:gdLst/>
              <a:ahLst/>
              <a:cxnLst/>
              <a:rect r="r" b="b" t="t" l="l"/>
              <a:pathLst>
                <a:path h="625348" w="537211">
                  <a:moveTo>
                    <a:pt x="0" y="0"/>
                  </a:moveTo>
                  <a:lnTo>
                    <a:pt x="0" y="625348"/>
                  </a:lnTo>
                  <a:lnTo>
                    <a:pt x="537211" y="625348"/>
                  </a:lnTo>
                  <a:lnTo>
                    <a:pt x="537211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9519158" y="63500"/>
              <a:ext cx="8832342" cy="1240282"/>
            </a:xfrm>
            <a:custGeom>
              <a:avLst/>
              <a:gdLst/>
              <a:ahLst/>
              <a:cxnLst/>
              <a:rect r="r" b="b" t="t" l="l"/>
              <a:pathLst>
                <a:path h="1240282" w="8832342">
                  <a:moveTo>
                    <a:pt x="0" y="0"/>
                  </a:moveTo>
                  <a:lnTo>
                    <a:pt x="0" y="1240282"/>
                  </a:lnTo>
                  <a:lnTo>
                    <a:pt x="8832342" y="1240282"/>
                  </a:lnTo>
                  <a:lnTo>
                    <a:pt x="883234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63500" y="63500"/>
              <a:ext cx="9455658" cy="1240282"/>
            </a:xfrm>
            <a:custGeom>
              <a:avLst/>
              <a:gdLst/>
              <a:ahLst/>
              <a:cxnLst/>
              <a:rect r="r" b="b" t="t" l="l"/>
              <a:pathLst>
                <a:path h="1240282" w="9455658">
                  <a:moveTo>
                    <a:pt x="0" y="0"/>
                  </a:moveTo>
                  <a:lnTo>
                    <a:pt x="0" y="1240282"/>
                  </a:lnTo>
                  <a:lnTo>
                    <a:pt x="9455658" y="1240282"/>
                  </a:lnTo>
                  <a:lnTo>
                    <a:pt x="945565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37" id="37"/>
          <p:cNvSpPr/>
          <p:nvPr/>
        </p:nvSpPr>
        <p:spPr>
          <a:xfrm flipH="true" flipV="false" rot="0">
            <a:off x="13042050" y="6256386"/>
            <a:ext cx="4834113" cy="4012314"/>
          </a:xfrm>
          <a:custGeom>
            <a:avLst/>
            <a:gdLst/>
            <a:ahLst/>
            <a:cxnLst/>
            <a:rect r="r" b="b" t="t" l="l"/>
            <a:pathLst>
              <a:path h="4012314" w="4834113">
                <a:moveTo>
                  <a:pt x="4834113" y="0"/>
                </a:moveTo>
                <a:lnTo>
                  <a:pt x="0" y="0"/>
                </a:lnTo>
                <a:lnTo>
                  <a:pt x="0" y="4012314"/>
                </a:lnTo>
                <a:lnTo>
                  <a:pt x="4834113" y="4012314"/>
                </a:lnTo>
                <a:lnTo>
                  <a:pt x="4834113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028700" y="1978184"/>
            <a:ext cx="13947088" cy="6864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3424" indent="-306712" lvl="1">
              <a:lnSpc>
                <a:spcPts val="5455"/>
              </a:lnSpc>
              <a:buAutoNum type="arabicPeriod" startAt="1"/>
            </a:pPr>
            <a:r>
              <a:rPr lang="en-US" sz="2841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Clean and combine the product category data.</a:t>
            </a:r>
          </a:p>
          <a:p>
            <a:pPr algn="just" marL="613424" indent="-306712" lvl="1">
              <a:lnSpc>
                <a:spcPts val="5455"/>
              </a:lnSpc>
              <a:buAutoNum type="arabicPeriod" startAt="1"/>
            </a:pPr>
            <a:r>
              <a:rPr lang="en-US" sz="2841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Use the all-mpnet-base-v2 transformer model to create text embeddings from the data.</a:t>
            </a:r>
          </a:p>
          <a:p>
            <a:pPr algn="just" marL="613424" indent="-306712" lvl="1">
              <a:lnSpc>
                <a:spcPts val="5455"/>
              </a:lnSpc>
              <a:buAutoNum type="arabicPeriod" startAt="1"/>
            </a:pPr>
            <a:r>
              <a:rPr lang="en-US" sz="2841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Apply KMeans clustering to form six meaningful groups.</a:t>
            </a:r>
          </a:p>
          <a:p>
            <a:pPr algn="just" marL="613424" indent="-306712" lvl="1">
              <a:lnSpc>
                <a:spcPts val="5455"/>
              </a:lnSpc>
              <a:buAutoNum type="arabicPeriod" startAt="1"/>
            </a:pPr>
            <a:r>
              <a:rPr lang="en-US" sz="2841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Review each group and label them with common themes such as 'Smart Home &amp; Entertainment' or 'Tablets &amp; E-readers.'</a:t>
            </a:r>
          </a:p>
          <a:p>
            <a:pPr algn="just" marL="613424" indent="-306712" lvl="1">
              <a:lnSpc>
                <a:spcPts val="5455"/>
              </a:lnSpc>
              <a:buAutoNum type="arabicPeriod" startAt="1"/>
            </a:pPr>
            <a:r>
              <a:rPr lang="en-US" sz="2841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Use this clustering method to sort new products based on their category descriptions.</a:t>
            </a:r>
          </a:p>
          <a:p>
            <a:pPr algn="just">
              <a:lnSpc>
                <a:spcPts val="5455"/>
              </a:lnSpc>
            </a:pPr>
            <a:r>
              <a:rPr lang="en-US" sz="2841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Support tasks like recommendation and auto-tagging using the categorized data.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3048" y="1484090"/>
            <a:ext cx="1467422" cy="5685882"/>
            <a:chOff x="0" y="0"/>
            <a:chExt cx="1467422" cy="56858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048" y="2377059"/>
              <a:ext cx="1464310" cy="3298063"/>
            </a:xfrm>
            <a:custGeom>
              <a:avLst/>
              <a:gdLst/>
              <a:ahLst/>
              <a:cxnLst/>
              <a:rect r="r" b="b" t="t" l="l"/>
              <a:pathLst>
                <a:path h="3298063" w="1464310">
                  <a:moveTo>
                    <a:pt x="0" y="0"/>
                  </a:moveTo>
                  <a:lnTo>
                    <a:pt x="0" y="968756"/>
                  </a:lnTo>
                  <a:lnTo>
                    <a:pt x="0" y="968756"/>
                  </a:lnTo>
                  <a:cubicBezTo>
                    <a:pt x="297434" y="1051941"/>
                    <a:pt x="515874" y="1324737"/>
                    <a:pt x="515874" y="1649603"/>
                  </a:cubicBezTo>
                  <a:cubicBezTo>
                    <a:pt x="515874" y="1973453"/>
                    <a:pt x="297434" y="2245995"/>
                    <a:pt x="0" y="2329307"/>
                  </a:cubicBezTo>
                  <a:lnTo>
                    <a:pt x="0" y="3298063"/>
                  </a:lnTo>
                  <a:cubicBezTo>
                    <a:pt x="790956" y="3207385"/>
                    <a:pt x="1412113" y="2560447"/>
                    <a:pt x="1464310" y="1759331"/>
                  </a:cubicBezTo>
                  <a:lnTo>
                    <a:pt x="1464310" y="1759331"/>
                  </a:lnTo>
                  <a:lnTo>
                    <a:pt x="1464310" y="1539875"/>
                  </a:lnTo>
                  <a:lnTo>
                    <a:pt x="1464310" y="1539875"/>
                  </a:lnTo>
                  <a:cubicBezTo>
                    <a:pt x="1412113" y="737616"/>
                    <a:pt x="790956" y="90678"/>
                    <a:pt x="0" y="0"/>
                  </a:cubicBezTo>
                  <a:close/>
                </a:path>
              </a:pathLst>
            </a:custGeom>
            <a:solidFill>
              <a:srgbClr val="A9CFFE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819693" y="4877857"/>
            <a:ext cx="1471355" cy="5412191"/>
            <a:chOff x="0" y="0"/>
            <a:chExt cx="1471358" cy="54121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0795"/>
              <a:ext cx="1468374" cy="3298063"/>
            </a:xfrm>
            <a:custGeom>
              <a:avLst/>
              <a:gdLst/>
              <a:ahLst/>
              <a:cxnLst/>
              <a:rect r="r" b="b" t="t" l="l"/>
              <a:pathLst>
                <a:path h="3298063" w="1468374">
                  <a:moveTo>
                    <a:pt x="1468374" y="0"/>
                  </a:moveTo>
                  <a:cubicBezTo>
                    <a:pt x="641223" y="94742"/>
                    <a:pt x="0" y="797179"/>
                    <a:pt x="0" y="1648460"/>
                  </a:cubicBezTo>
                  <a:cubicBezTo>
                    <a:pt x="0" y="2501011"/>
                    <a:pt x="641223" y="3203321"/>
                    <a:pt x="1468374" y="3298063"/>
                  </a:cubicBezTo>
                  <a:lnTo>
                    <a:pt x="1468374" y="2329307"/>
                  </a:lnTo>
                  <a:lnTo>
                    <a:pt x="1468374" y="2329307"/>
                  </a:lnTo>
                  <a:cubicBezTo>
                    <a:pt x="1170940" y="2246122"/>
                    <a:pt x="952373" y="1973326"/>
                    <a:pt x="952373" y="1648460"/>
                  </a:cubicBezTo>
                  <a:cubicBezTo>
                    <a:pt x="952373" y="1324610"/>
                    <a:pt x="1170940" y="1051941"/>
                    <a:pt x="1468374" y="968756"/>
                  </a:cubicBezTo>
                  <a:lnTo>
                    <a:pt x="1468374" y="968756"/>
                  </a:lnTo>
                  <a:lnTo>
                    <a:pt x="1468374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1474337"/>
            <a:ext cx="1468593" cy="5704456"/>
            <a:chOff x="0" y="0"/>
            <a:chExt cx="1468603" cy="57044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8628" cy="5704459"/>
            </a:xfrm>
            <a:custGeom>
              <a:avLst/>
              <a:gdLst/>
              <a:ahLst/>
              <a:cxnLst/>
              <a:rect r="r" b="b" t="t" l="l"/>
              <a:pathLst>
                <a:path h="5704459" w="1468628">
                  <a:moveTo>
                    <a:pt x="0" y="0"/>
                  </a:moveTo>
                  <a:lnTo>
                    <a:pt x="0" y="5704459"/>
                  </a:lnTo>
                  <a:lnTo>
                    <a:pt x="1468628" y="5704459"/>
                  </a:lnTo>
                  <a:lnTo>
                    <a:pt x="146862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6819655" y="4868104"/>
            <a:ext cx="1468345" cy="5418896"/>
            <a:chOff x="0" y="0"/>
            <a:chExt cx="1468349" cy="5418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8374" cy="5418836"/>
            </a:xfrm>
            <a:custGeom>
              <a:avLst/>
              <a:gdLst/>
              <a:ahLst/>
              <a:cxnLst/>
              <a:rect r="r" b="b" t="t" l="l"/>
              <a:pathLst>
                <a:path h="5418836" w="1468374">
                  <a:moveTo>
                    <a:pt x="0" y="0"/>
                  </a:moveTo>
                  <a:lnTo>
                    <a:pt x="0" y="5418836"/>
                  </a:lnTo>
                  <a:lnTo>
                    <a:pt x="1468374" y="5418836"/>
                  </a:lnTo>
                  <a:lnTo>
                    <a:pt x="146837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4823906" y="2790514"/>
            <a:ext cx="7771567" cy="7151998"/>
          </a:xfrm>
          <a:custGeom>
            <a:avLst/>
            <a:gdLst/>
            <a:ahLst/>
            <a:cxnLst/>
            <a:rect r="r" b="b" t="t" l="l"/>
            <a:pathLst>
              <a:path h="7151998" w="7771567">
                <a:moveTo>
                  <a:pt x="0" y="0"/>
                </a:moveTo>
                <a:lnTo>
                  <a:pt x="7771567" y="0"/>
                </a:lnTo>
                <a:lnTo>
                  <a:pt x="7771567" y="7151997"/>
                </a:lnTo>
                <a:lnTo>
                  <a:pt x="0" y="71519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77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916204" y="717939"/>
            <a:ext cx="13586970" cy="1797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42"/>
              </a:lnSpc>
            </a:pPr>
            <a:r>
              <a:rPr lang="en-US" b="true" sz="6367">
                <a:solidFill>
                  <a:srgbClr val="100C92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VISUALIZING CLUSTERS WITH UMAP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E2E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028045" y="2269084"/>
            <a:ext cx="12272029" cy="5748833"/>
            <a:chOff x="0" y="0"/>
            <a:chExt cx="12272023" cy="57488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72010" cy="5748782"/>
            </a:xfrm>
            <a:custGeom>
              <a:avLst/>
              <a:gdLst/>
              <a:ahLst/>
              <a:cxnLst/>
              <a:rect r="r" b="b" t="t" l="l"/>
              <a:pathLst>
                <a:path h="5748782" w="12272010">
                  <a:moveTo>
                    <a:pt x="0" y="5748782"/>
                  </a:moveTo>
                  <a:lnTo>
                    <a:pt x="12272010" y="5748782"/>
                  </a:lnTo>
                  <a:lnTo>
                    <a:pt x="122720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63503" y="-63503"/>
            <a:ext cx="18414997" cy="1367342"/>
            <a:chOff x="0" y="0"/>
            <a:chExt cx="18415000" cy="1367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68020"/>
              <a:ext cx="569341" cy="625348"/>
            </a:xfrm>
            <a:custGeom>
              <a:avLst/>
              <a:gdLst/>
              <a:ahLst/>
              <a:cxnLst/>
              <a:rect r="r" b="b" t="t" l="l"/>
              <a:pathLst>
                <a:path h="625348" w="569341">
                  <a:moveTo>
                    <a:pt x="0" y="0"/>
                  </a:moveTo>
                  <a:lnTo>
                    <a:pt x="0" y="625348"/>
                  </a:lnTo>
                  <a:lnTo>
                    <a:pt x="569341" y="625348"/>
                  </a:lnTo>
                  <a:lnTo>
                    <a:pt x="569341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1190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223899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816608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407666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00502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593211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4184269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776978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5369814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5960745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553581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7146290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7737348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8330057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8" y="0"/>
                  </a:lnTo>
                  <a:lnTo>
                    <a:pt x="592708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8922893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9524365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0115423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0708132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8" y="0"/>
                  </a:lnTo>
                  <a:lnTo>
                    <a:pt x="592708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1300841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891899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2484735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3077444" y="668020"/>
              <a:ext cx="592710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10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3668502" y="63500"/>
              <a:ext cx="592710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10">
                  <a:moveTo>
                    <a:pt x="0" y="0"/>
                  </a:moveTo>
                  <a:lnTo>
                    <a:pt x="0" y="604520"/>
                  </a:lnTo>
                  <a:lnTo>
                    <a:pt x="592710" y="60452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4261212" y="668020"/>
              <a:ext cx="592710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10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4853920" y="63500"/>
              <a:ext cx="592710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10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5444978" y="668020"/>
              <a:ext cx="592710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10">
                  <a:moveTo>
                    <a:pt x="0" y="625475"/>
                  </a:moveTo>
                  <a:lnTo>
                    <a:pt x="0" y="0"/>
                  </a:lnTo>
                  <a:lnTo>
                    <a:pt x="592710" y="0"/>
                  </a:lnTo>
                  <a:lnTo>
                    <a:pt x="592710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6037813" y="63500"/>
              <a:ext cx="592710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10">
                  <a:moveTo>
                    <a:pt x="0" y="0"/>
                  </a:moveTo>
                  <a:lnTo>
                    <a:pt x="0" y="604520"/>
                  </a:lnTo>
                  <a:lnTo>
                    <a:pt x="592710" y="60452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6630523" y="668020"/>
              <a:ext cx="592710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10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7221581" y="63500"/>
              <a:ext cx="592710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10">
                  <a:moveTo>
                    <a:pt x="0" y="0"/>
                  </a:moveTo>
                  <a:lnTo>
                    <a:pt x="0" y="604520"/>
                  </a:lnTo>
                  <a:lnTo>
                    <a:pt x="592710" y="60452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7814289" y="668020"/>
              <a:ext cx="537211" cy="625348"/>
            </a:xfrm>
            <a:custGeom>
              <a:avLst/>
              <a:gdLst/>
              <a:ahLst/>
              <a:cxnLst/>
              <a:rect r="r" b="b" t="t" l="l"/>
              <a:pathLst>
                <a:path h="625348" w="537211">
                  <a:moveTo>
                    <a:pt x="0" y="0"/>
                  </a:moveTo>
                  <a:lnTo>
                    <a:pt x="0" y="625348"/>
                  </a:lnTo>
                  <a:lnTo>
                    <a:pt x="537211" y="625348"/>
                  </a:lnTo>
                  <a:lnTo>
                    <a:pt x="537211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9519158" y="63500"/>
              <a:ext cx="8832342" cy="1240282"/>
            </a:xfrm>
            <a:custGeom>
              <a:avLst/>
              <a:gdLst/>
              <a:ahLst/>
              <a:cxnLst/>
              <a:rect r="r" b="b" t="t" l="l"/>
              <a:pathLst>
                <a:path h="1240282" w="8832342">
                  <a:moveTo>
                    <a:pt x="0" y="0"/>
                  </a:moveTo>
                  <a:lnTo>
                    <a:pt x="0" y="1240282"/>
                  </a:lnTo>
                  <a:lnTo>
                    <a:pt x="8832342" y="1240282"/>
                  </a:lnTo>
                  <a:lnTo>
                    <a:pt x="883234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63500" y="63500"/>
              <a:ext cx="9455658" cy="1240282"/>
            </a:xfrm>
            <a:custGeom>
              <a:avLst/>
              <a:gdLst/>
              <a:ahLst/>
              <a:cxnLst/>
              <a:rect r="r" b="b" t="t" l="l"/>
              <a:pathLst>
                <a:path h="1240282" w="9455658">
                  <a:moveTo>
                    <a:pt x="0" y="0"/>
                  </a:moveTo>
                  <a:lnTo>
                    <a:pt x="0" y="1240282"/>
                  </a:lnTo>
                  <a:lnTo>
                    <a:pt x="9455658" y="1240282"/>
                  </a:lnTo>
                  <a:lnTo>
                    <a:pt x="945565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8" id="38"/>
          <p:cNvGrpSpPr>
            <a:grpSpLocks noChangeAspect="true"/>
          </p:cNvGrpSpPr>
          <p:nvPr/>
        </p:nvGrpSpPr>
        <p:grpSpPr>
          <a:xfrm rot="0">
            <a:off x="-63503" y="9175747"/>
            <a:ext cx="18414997" cy="1174747"/>
            <a:chOff x="0" y="0"/>
            <a:chExt cx="18415000" cy="11747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63500" y="66548"/>
              <a:ext cx="569341" cy="615442"/>
            </a:xfrm>
            <a:custGeom>
              <a:avLst/>
              <a:gdLst/>
              <a:ahLst/>
              <a:cxnLst/>
              <a:rect r="r" b="b" t="t" l="l"/>
              <a:pathLst>
                <a:path h="615442" w="569341">
                  <a:moveTo>
                    <a:pt x="0" y="0"/>
                  </a:moveTo>
                  <a:lnTo>
                    <a:pt x="0" y="615442"/>
                  </a:lnTo>
                  <a:lnTo>
                    <a:pt x="569341" y="615442"/>
                  </a:lnTo>
                  <a:lnTo>
                    <a:pt x="569341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631190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223899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1816608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2407666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3000502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3593211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4184269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4776978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5369814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5960745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6553581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7146290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7737348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8330057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8" y="615442"/>
                  </a:lnTo>
                  <a:lnTo>
                    <a:pt x="592708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8922893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9524365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10115423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10708132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8" y="615442"/>
                  </a:lnTo>
                  <a:lnTo>
                    <a:pt x="592708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11300841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11891899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12484735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13077444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13668502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10" y="42926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14261212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14853920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15444978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10" y="615442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16037813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10" y="42926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16630523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17221581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10" y="42926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17814289" y="66548"/>
              <a:ext cx="537211" cy="615442"/>
            </a:xfrm>
            <a:custGeom>
              <a:avLst/>
              <a:gdLst/>
              <a:ahLst/>
              <a:cxnLst/>
              <a:rect r="r" b="b" t="t" l="l"/>
              <a:pathLst>
                <a:path h="615442" w="537211">
                  <a:moveTo>
                    <a:pt x="0" y="0"/>
                  </a:moveTo>
                  <a:lnTo>
                    <a:pt x="0" y="615442"/>
                  </a:lnTo>
                  <a:lnTo>
                    <a:pt x="537211" y="615442"/>
                  </a:lnTo>
                  <a:lnTo>
                    <a:pt x="537211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9519158" y="63500"/>
              <a:ext cx="8832342" cy="1047750"/>
            </a:xfrm>
            <a:custGeom>
              <a:avLst/>
              <a:gdLst/>
              <a:ahLst/>
              <a:cxnLst/>
              <a:rect r="r" b="b" t="t" l="l"/>
              <a:pathLst>
                <a:path h="1047750" w="8832342">
                  <a:moveTo>
                    <a:pt x="0" y="0"/>
                  </a:moveTo>
                  <a:lnTo>
                    <a:pt x="0" y="1047750"/>
                  </a:lnTo>
                  <a:lnTo>
                    <a:pt x="8832342" y="1047750"/>
                  </a:lnTo>
                  <a:lnTo>
                    <a:pt x="883234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63500" y="63500"/>
              <a:ext cx="9455658" cy="1047750"/>
            </a:xfrm>
            <a:custGeom>
              <a:avLst/>
              <a:gdLst/>
              <a:ahLst/>
              <a:cxnLst/>
              <a:rect r="r" b="b" t="t" l="l"/>
              <a:pathLst>
                <a:path h="1047750" w="9455658">
                  <a:moveTo>
                    <a:pt x="0" y="0"/>
                  </a:moveTo>
                  <a:lnTo>
                    <a:pt x="0" y="1047750"/>
                  </a:lnTo>
                  <a:lnTo>
                    <a:pt x="9455658" y="1047750"/>
                  </a:lnTo>
                  <a:lnTo>
                    <a:pt x="945565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72" id="72"/>
          <p:cNvSpPr txBox="true"/>
          <p:nvPr/>
        </p:nvSpPr>
        <p:spPr>
          <a:xfrm rot="0">
            <a:off x="4203887" y="4305148"/>
            <a:ext cx="10118798" cy="1636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33"/>
              </a:lnSpc>
            </a:pPr>
            <a:r>
              <a:rPr lang="en-US" b="true" sz="8166">
                <a:solidFill>
                  <a:srgbClr val="100C92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SUMMARIZATION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22082" y="894920"/>
            <a:ext cx="3680613" cy="4681224"/>
          </a:xfrm>
          <a:custGeom>
            <a:avLst/>
            <a:gdLst/>
            <a:ahLst/>
            <a:cxnLst/>
            <a:rect r="r" b="b" t="t" l="l"/>
            <a:pathLst>
              <a:path h="4681224" w="3680613">
                <a:moveTo>
                  <a:pt x="0" y="0"/>
                </a:moveTo>
                <a:lnTo>
                  <a:pt x="3680612" y="0"/>
                </a:lnTo>
                <a:lnTo>
                  <a:pt x="3680612" y="4681225"/>
                </a:lnTo>
                <a:lnTo>
                  <a:pt x="0" y="4681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52801" y="2974391"/>
            <a:ext cx="8963120" cy="259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5"/>
              </a:lnSpc>
            </a:pPr>
            <a:r>
              <a:rPr lang="en-US" sz="3000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For this task, I used the balanced_reviews_dataset, which was originally prepared and cleaned during the review classification task. This dataset includes: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0399" y="1096137"/>
            <a:ext cx="9632299" cy="1762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90"/>
              </a:lnSpc>
            </a:pPr>
            <a:r>
              <a:rPr lang="en-US" b="true" sz="8850">
                <a:solidFill>
                  <a:srgbClr val="100C92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DATASET USED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75707" y="7051843"/>
            <a:ext cx="1555709" cy="104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8"/>
              </a:lnSpc>
            </a:pPr>
            <a:r>
              <a:rPr lang="en-US" sz="2796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Product names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666993" y="7042318"/>
            <a:ext cx="2447649" cy="1041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4"/>
              </a:lnSpc>
            </a:pPr>
            <a:r>
              <a:rPr lang="en-US" sz="2843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primary categories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57617" y="7051843"/>
            <a:ext cx="1392736" cy="1016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8"/>
              </a:lnSpc>
            </a:pPr>
            <a:r>
              <a:rPr lang="en-US" sz="2796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Review</a:t>
            </a:r>
            <a:r>
              <a:rPr lang="en-US" sz="2796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ratings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88784" y="7051843"/>
            <a:ext cx="1382982" cy="1016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8"/>
              </a:lnSpc>
            </a:pPr>
            <a:r>
              <a:rPr lang="en-US" sz="2796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Review text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14742" y="7051843"/>
            <a:ext cx="3619910" cy="203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8"/>
              </a:lnSpc>
            </a:pPr>
            <a:r>
              <a:rPr lang="en-US" sz="2796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Pre-labeled sentiment classes (positive, negative, or neutral)</a:t>
            </a: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535766" y="7166143"/>
            <a:ext cx="320039" cy="320039"/>
            <a:chOff x="0" y="0"/>
            <a:chExt cx="123825" cy="1238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825" cy="123825"/>
            </a:xfrm>
            <a:custGeom>
              <a:avLst/>
              <a:gdLst/>
              <a:ahLst/>
              <a:cxnLst/>
              <a:rect r="r" b="b" t="t" l="l"/>
              <a:pathLst>
                <a:path h="123825" w="123825">
                  <a:moveTo>
                    <a:pt x="123825" y="61976"/>
                  </a:moveTo>
                  <a:cubicBezTo>
                    <a:pt x="123825" y="66040"/>
                    <a:pt x="123444" y="70104"/>
                    <a:pt x="122682" y="74041"/>
                  </a:cubicBezTo>
                  <a:cubicBezTo>
                    <a:pt x="121920" y="77978"/>
                    <a:pt x="120777" y="81915"/>
                    <a:pt x="119126" y="85598"/>
                  </a:cubicBezTo>
                  <a:cubicBezTo>
                    <a:pt x="117475" y="89281"/>
                    <a:pt x="115697" y="92964"/>
                    <a:pt x="113411" y="96266"/>
                  </a:cubicBezTo>
                  <a:cubicBezTo>
                    <a:pt x="111125" y="99568"/>
                    <a:pt x="108585" y="102743"/>
                    <a:pt x="105664" y="105664"/>
                  </a:cubicBezTo>
                  <a:cubicBezTo>
                    <a:pt x="102743" y="108585"/>
                    <a:pt x="99695" y="111125"/>
                    <a:pt x="96266" y="113411"/>
                  </a:cubicBezTo>
                  <a:cubicBezTo>
                    <a:pt x="92837" y="115697"/>
                    <a:pt x="89281" y="117602"/>
                    <a:pt x="85598" y="119126"/>
                  </a:cubicBezTo>
                  <a:cubicBezTo>
                    <a:pt x="81915" y="120650"/>
                    <a:pt x="77978" y="121793"/>
                    <a:pt x="74041" y="122682"/>
                  </a:cubicBezTo>
                  <a:cubicBezTo>
                    <a:pt x="70104" y="123571"/>
                    <a:pt x="66040" y="123825"/>
                    <a:pt x="61976" y="123825"/>
                  </a:cubicBezTo>
                  <a:cubicBezTo>
                    <a:pt x="57912" y="123825"/>
                    <a:pt x="53848" y="123444"/>
                    <a:pt x="49911" y="122682"/>
                  </a:cubicBezTo>
                  <a:cubicBezTo>
                    <a:pt x="45974" y="121920"/>
                    <a:pt x="42037" y="120777"/>
                    <a:pt x="38354" y="119126"/>
                  </a:cubicBezTo>
                  <a:cubicBezTo>
                    <a:pt x="34671" y="117475"/>
                    <a:pt x="30988" y="115697"/>
                    <a:pt x="27686" y="113411"/>
                  </a:cubicBezTo>
                  <a:cubicBezTo>
                    <a:pt x="24384" y="111125"/>
                    <a:pt x="21209" y="108585"/>
                    <a:pt x="18288" y="105664"/>
                  </a:cubicBezTo>
                  <a:cubicBezTo>
                    <a:pt x="15367" y="102743"/>
                    <a:pt x="12700" y="99695"/>
                    <a:pt x="10414" y="96266"/>
                  </a:cubicBezTo>
                  <a:cubicBezTo>
                    <a:pt x="8128" y="92837"/>
                    <a:pt x="6223" y="89408"/>
                    <a:pt x="4699" y="85598"/>
                  </a:cubicBezTo>
                  <a:cubicBezTo>
                    <a:pt x="3175" y="81788"/>
                    <a:pt x="2032" y="77978"/>
                    <a:pt x="1143" y="74041"/>
                  </a:cubicBezTo>
                  <a:cubicBezTo>
                    <a:pt x="254" y="70104"/>
                    <a:pt x="0" y="66040"/>
                    <a:pt x="0" y="61976"/>
                  </a:cubicBezTo>
                  <a:cubicBezTo>
                    <a:pt x="0" y="57912"/>
                    <a:pt x="381" y="53848"/>
                    <a:pt x="1143" y="49911"/>
                  </a:cubicBezTo>
                  <a:cubicBezTo>
                    <a:pt x="1905" y="45974"/>
                    <a:pt x="3048" y="42037"/>
                    <a:pt x="4699" y="38354"/>
                  </a:cubicBezTo>
                  <a:cubicBezTo>
                    <a:pt x="6350" y="34671"/>
                    <a:pt x="8128" y="30988"/>
                    <a:pt x="10414" y="27686"/>
                  </a:cubicBezTo>
                  <a:cubicBezTo>
                    <a:pt x="12700" y="24384"/>
                    <a:pt x="15240" y="21209"/>
                    <a:pt x="18161" y="18288"/>
                  </a:cubicBezTo>
                  <a:cubicBezTo>
                    <a:pt x="21082" y="15367"/>
                    <a:pt x="24130" y="12700"/>
                    <a:pt x="27559" y="10414"/>
                  </a:cubicBezTo>
                  <a:cubicBezTo>
                    <a:pt x="30988" y="8128"/>
                    <a:pt x="34544" y="6223"/>
                    <a:pt x="38227" y="4699"/>
                  </a:cubicBezTo>
                  <a:cubicBezTo>
                    <a:pt x="41910" y="3175"/>
                    <a:pt x="45847" y="2032"/>
                    <a:pt x="49784" y="1143"/>
                  </a:cubicBezTo>
                  <a:cubicBezTo>
                    <a:pt x="53721" y="254"/>
                    <a:pt x="57785" y="0"/>
                    <a:pt x="61976" y="0"/>
                  </a:cubicBezTo>
                  <a:cubicBezTo>
                    <a:pt x="66167" y="0"/>
                    <a:pt x="70104" y="381"/>
                    <a:pt x="74041" y="1143"/>
                  </a:cubicBezTo>
                  <a:cubicBezTo>
                    <a:pt x="77978" y="1905"/>
                    <a:pt x="81915" y="3048"/>
                    <a:pt x="85598" y="4699"/>
                  </a:cubicBezTo>
                  <a:cubicBezTo>
                    <a:pt x="89281" y="6350"/>
                    <a:pt x="92964" y="8128"/>
                    <a:pt x="96266" y="10414"/>
                  </a:cubicBezTo>
                  <a:cubicBezTo>
                    <a:pt x="99568" y="12700"/>
                    <a:pt x="102743" y="15240"/>
                    <a:pt x="105664" y="18161"/>
                  </a:cubicBezTo>
                  <a:cubicBezTo>
                    <a:pt x="108585" y="21082"/>
                    <a:pt x="111125" y="24130"/>
                    <a:pt x="113411" y="27559"/>
                  </a:cubicBezTo>
                  <a:cubicBezTo>
                    <a:pt x="115697" y="30988"/>
                    <a:pt x="117602" y="34544"/>
                    <a:pt x="119126" y="38227"/>
                  </a:cubicBezTo>
                  <a:cubicBezTo>
                    <a:pt x="120650" y="41910"/>
                    <a:pt x="121793" y="45847"/>
                    <a:pt x="122682" y="49784"/>
                  </a:cubicBezTo>
                  <a:cubicBezTo>
                    <a:pt x="123571" y="53721"/>
                    <a:pt x="123825" y="57785"/>
                    <a:pt x="123825" y="61849"/>
                  </a:cubicBezTo>
                  <a:close/>
                </a:path>
              </a:pathLst>
            </a:custGeom>
            <a:solidFill>
              <a:srgbClr val="100C92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4150795" y="7006124"/>
            <a:ext cx="320039" cy="320039"/>
            <a:chOff x="0" y="0"/>
            <a:chExt cx="123825" cy="1238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3825" cy="123825"/>
            </a:xfrm>
            <a:custGeom>
              <a:avLst/>
              <a:gdLst/>
              <a:ahLst/>
              <a:cxnLst/>
              <a:rect r="r" b="b" t="t" l="l"/>
              <a:pathLst>
                <a:path h="123825" w="123825">
                  <a:moveTo>
                    <a:pt x="123825" y="61976"/>
                  </a:moveTo>
                  <a:cubicBezTo>
                    <a:pt x="123825" y="66040"/>
                    <a:pt x="123444" y="70104"/>
                    <a:pt x="122682" y="74041"/>
                  </a:cubicBezTo>
                  <a:cubicBezTo>
                    <a:pt x="121920" y="77978"/>
                    <a:pt x="120777" y="81915"/>
                    <a:pt x="119126" y="85598"/>
                  </a:cubicBezTo>
                  <a:cubicBezTo>
                    <a:pt x="117475" y="89281"/>
                    <a:pt x="115697" y="92964"/>
                    <a:pt x="113411" y="96266"/>
                  </a:cubicBezTo>
                  <a:cubicBezTo>
                    <a:pt x="111125" y="99568"/>
                    <a:pt x="108585" y="102743"/>
                    <a:pt x="105664" y="105664"/>
                  </a:cubicBezTo>
                  <a:cubicBezTo>
                    <a:pt x="102743" y="108585"/>
                    <a:pt x="99695" y="111125"/>
                    <a:pt x="96266" y="113411"/>
                  </a:cubicBezTo>
                  <a:cubicBezTo>
                    <a:pt x="92837" y="115697"/>
                    <a:pt x="89281" y="117602"/>
                    <a:pt x="85598" y="119126"/>
                  </a:cubicBezTo>
                  <a:cubicBezTo>
                    <a:pt x="81915" y="120650"/>
                    <a:pt x="77978" y="121793"/>
                    <a:pt x="74041" y="122682"/>
                  </a:cubicBezTo>
                  <a:cubicBezTo>
                    <a:pt x="70104" y="123571"/>
                    <a:pt x="66040" y="123825"/>
                    <a:pt x="61976" y="123825"/>
                  </a:cubicBezTo>
                  <a:cubicBezTo>
                    <a:pt x="57912" y="123825"/>
                    <a:pt x="53848" y="123444"/>
                    <a:pt x="49911" y="122682"/>
                  </a:cubicBezTo>
                  <a:cubicBezTo>
                    <a:pt x="45974" y="121920"/>
                    <a:pt x="42037" y="120777"/>
                    <a:pt x="38354" y="119126"/>
                  </a:cubicBezTo>
                  <a:cubicBezTo>
                    <a:pt x="34671" y="117475"/>
                    <a:pt x="30988" y="115697"/>
                    <a:pt x="27686" y="113411"/>
                  </a:cubicBezTo>
                  <a:cubicBezTo>
                    <a:pt x="24384" y="111125"/>
                    <a:pt x="21209" y="108585"/>
                    <a:pt x="18288" y="105664"/>
                  </a:cubicBezTo>
                  <a:cubicBezTo>
                    <a:pt x="15367" y="102743"/>
                    <a:pt x="12700" y="99695"/>
                    <a:pt x="10414" y="96266"/>
                  </a:cubicBezTo>
                  <a:cubicBezTo>
                    <a:pt x="8128" y="92837"/>
                    <a:pt x="6223" y="89408"/>
                    <a:pt x="4699" y="85598"/>
                  </a:cubicBezTo>
                  <a:cubicBezTo>
                    <a:pt x="3175" y="81788"/>
                    <a:pt x="2032" y="77978"/>
                    <a:pt x="1143" y="74041"/>
                  </a:cubicBezTo>
                  <a:cubicBezTo>
                    <a:pt x="254" y="70104"/>
                    <a:pt x="0" y="66040"/>
                    <a:pt x="0" y="61976"/>
                  </a:cubicBezTo>
                  <a:cubicBezTo>
                    <a:pt x="0" y="57912"/>
                    <a:pt x="381" y="53848"/>
                    <a:pt x="1143" y="49911"/>
                  </a:cubicBezTo>
                  <a:cubicBezTo>
                    <a:pt x="1905" y="45974"/>
                    <a:pt x="3048" y="42037"/>
                    <a:pt x="4699" y="38354"/>
                  </a:cubicBezTo>
                  <a:cubicBezTo>
                    <a:pt x="6350" y="34671"/>
                    <a:pt x="8128" y="30988"/>
                    <a:pt x="10414" y="27686"/>
                  </a:cubicBezTo>
                  <a:cubicBezTo>
                    <a:pt x="12700" y="24384"/>
                    <a:pt x="15240" y="21209"/>
                    <a:pt x="18161" y="18288"/>
                  </a:cubicBezTo>
                  <a:cubicBezTo>
                    <a:pt x="21082" y="15367"/>
                    <a:pt x="24130" y="12700"/>
                    <a:pt x="27559" y="10414"/>
                  </a:cubicBezTo>
                  <a:cubicBezTo>
                    <a:pt x="30988" y="8128"/>
                    <a:pt x="34544" y="6223"/>
                    <a:pt x="38227" y="4699"/>
                  </a:cubicBezTo>
                  <a:cubicBezTo>
                    <a:pt x="41910" y="3175"/>
                    <a:pt x="45847" y="2032"/>
                    <a:pt x="49784" y="1143"/>
                  </a:cubicBezTo>
                  <a:cubicBezTo>
                    <a:pt x="53721" y="254"/>
                    <a:pt x="57785" y="0"/>
                    <a:pt x="61976" y="0"/>
                  </a:cubicBezTo>
                  <a:cubicBezTo>
                    <a:pt x="66167" y="0"/>
                    <a:pt x="70104" y="381"/>
                    <a:pt x="74041" y="1143"/>
                  </a:cubicBezTo>
                  <a:cubicBezTo>
                    <a:pt x="77978" y="1905"/>
                    <a:pt x="81915" y="3048"/>
                    <a:pt x="85598" y="4699"/>
                  </a:cubicBezTo>
                  <a:cubicBezTo>
                    <a:pt x="89281" y="6350"/>
                    <a:pt x="92964" y="8128"/>
                    <a:pt x="96266" y="10414"/>
                  </a:cubicBezTo>
                  <a:cubicBezTo>
                    <a:pt x="99568" y="12700"/>
                    <a:pt x="102743" y="15240"/>
                    <a:pt x="105664" y="18161"/>
                  </a:cubicBezTo>
                  <a:cubicBezTo>
                    <a:pt x="108585" y="21082"/>
                    <a:pt x="111125" y="24130"/>
                    <a:pt x="113411" y="27559"/>
                  </a:cubicBezTo>
                  <a:cubicBezTo>
                    <a:pt x="115697" y="30988"/>
                    <a:pt x="117602" y="34544"/>
                    <a:pt x="119126" y="38227"/>
                  </a:cubicBezTo>
                  <a:cubicBezTo>
                    <a:pt x="120650" y="41910"/>
                    <a:pt x="121793" y="45847"/>
                    <a:pt x="122682" y="49784"/>
                  </a:cubicBezTo>
                  <a:cubicBezTo>
                    <a:pt x="123571" y="53721"/>
                    <a:pt x="123825" y="57785"/>
                    <a:pt x="123825" y="61849"/>
                  </a:cubicBezTo>
                  <a:close/>
                </a:path>
              </a:pathLst>
            </a:custGeom>
            <a:solidFill>
              <a:srgbClr val="100C92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7426109" y="7006124"/>
            <a:ext cx="320039" cy="320039"/>
            <a:chOff x="0" y="0"/>
            <a:chExt cx="123825" cy="1238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3825" cy="123825"/>
            </a:xfrm>
            <a:custGeom>
              <a:avLst/>
              <a:gdLst/>
              <a:ahLst/>
              <a:cxnLst/>
              <a:rect r="r" b="b" t="t" l="l"/>
              <a:pathLst>
                <a:path h="123825" w="123825">
                  <a:moveTo>
                    <a:pt x="123825" y="61976"/>
                  </a:moveTo>
                  <a:cubicBezTo>
                    <a:pt x="123825" y="66040"/>
                    <a:pt x="123444" y="70104"/>
                    <a:pt x="122682" y="74041"/>
                  </a:cubicBezTo>
                  <a:cubicBezTo>
                    <a:pt x="121920" y="77978"/>
                    <a:pt x="120777" y="81915"/>
                    <a:pt x="119126" y="85598"/>
                  </a:cubicBezTo>
                  <a:cubicBezTo>
                    <a:pt x="117475" y="89281"/>
                    <a:pt x="115697" y="92964"/>
                    <a:pt x="113411" y="96266"/>
                  </a:cubicBezTo>
                  <a:cubicBezTo>
                    <a:pt x="111125" y="99568"/>
                    <a:pt x="108585" y="102743"/>
                    <a:pt x="105664" y="105664"/>
                  </a:cubicBezTo>
                  <a:cubicBezTo>
                    <a:pt x="102743" y="108585"/>
                    <a:pt x="99695" y="111125"/>
                    <a:pt x="96266" y="113411"/>
                  </a:cubicBezTo>
                  <a:cubicBezTo>
                    <a:pt x="92837" y="115697"/>
                    <a:pt x="89281" y="117602"/>
                    <a:pt x="85598" y="119126"/>
                  </a:cubicBezTo>
                  <a:cubicBezTo>
                    <a:pt x="81915" y="120650"/>
                    <a:pt x="77978" y="121793"/>
                    <a:pt x="74041" y="122682"/>
                  </a:cubicBezTo>
                  <a:cubicBezTo>
                    <a:pt x="70104" y="123571"/>
                    <a:pt x="66040" y="123825"/>
                    <a:pt x="61976" y="123825"/>
                  </a:cubicBezTo>
                  <a:cubicBezTo>
                    <a:pt x="57912" y="123825"/>
                    <a:pt x="53848" y="123444"/>
                    <a:pt x="49911" y="122682"/>
                  </a:cubicBezTo>
                  <a:cubicBezTo>
                    <a:pt x="45974" y="121920"/>
                    <a:pt x="42037" y="120777"/>
                    <a:pt x="38354" y="119126"/>
                  </a:cubicBezTo>
                  <a:cubicBezTo>
                    <a:pt x="34671" y="117475"/>
                    <a:pt x="30988" y="115697"/>
                    <a:pt x="27686" y="113411"/>
                  </a:cubicBezTo>
                  <a:cubicBezTo>
                    <a:pt x="24384" y="111125"/>
                    <a:pt x="21209" y="108585"/>
                    <a:pt x="18288" y="105664"/>
                  </a:cubicBezTo>
                  <a:cubicBezTo>
                    <a:pt x="15367" y="102743"/>
                    <a:pt x="12700" y="99695"/>
                    <a:pt x="10414" y="96266"/>
                  </a:cubicBezTo>
                  <a:cubicBezTo>
                    <a:pt x="8128" y="92837"/>
                    <a:pt x="6223" y="89408"/>
                    <a:pt x="4699" y="85598"/>
                  </a:cubicBezTo>
                  <a:cubicBezTo>
                    <a:pt x="3175" y="81788"/>
                    <a:pt x="2032" y="77978"/>
                    <a:pt x="1143" y="74041"/>
                  </a:cubicBezTo>
                  <a:cubicBezTo>
                    <a:pt x="254" y="70104"/>
                    <a:pt x="0" y="66040"/>
                    <a:pt x="0" y="61976"/>
                  </a:cubicBezTo>
                  <a:cubicBezTo>
                    <a:pt x="0" y="57912"/>
                    <a:pt x="381" y="53848"/>
                    <a:pt x="1143" y="49911"/>
                  </a:cubicBezTo>
                  <a:cubicBezTo>
                    <a:pt x="1905" y="45974"/>
                    <a:pt x="3048" y="42037"/>
                    <a:pt x="4699" y="38354"/>
                  </a:cubicBezTo>
                  <a:cubicBezTo>
                    <a:pt x="6350" y="34671"/>
                    <a:pt x="8128" y="30988"/>
                    <a:pt x="10414" y="27686"/>
                  </a:cubicBezTo>
                  <a:cubicBezTo>
                    <a:pt x="12700" y="24384"/>
                    <a:pt x="15240" y="21209"/>
                    <a:pt x="18161" y="18288"/>
                  </a:cubicBezTo>
                  <a:cubicBezTo>
                    <a:pt x="21082" y="15367"/>
                    <a:pt x="24130" y="12700"/>
                    <a:pt x="27559" y="10414"/>
                  </a:cubicBezTo>
                  <a:cubicBezTo>
                    <a:pt x="30988" y="8128"/>
                    <a:pt x="34544" y="6223"/>
                    <a:pt x="38227" y="4699"/>
                  </a:cubicBezTo>
                  <a:cubicBezTo>
                    <a:pt x="41910" y="3175"/>
                    <a:pt x="45847" y="2032"/>
                    <a:pt x="49784" y="1143"/>
                  </a:cubicBezTo>
                  <a:cubicBezTo>
                    <a:pt x="53721" y="254"/>
                    <a:pt x="57785" y="0"/>
                    <a:pt x="61976" y="0"/>
                  </a:cubicBezTo>
                  <a:cubicBezTo>
                    <a:pt x="66167" y="0"/>
                    <a:pt x="70104" y="381"/>
                    <a:pt x="74041" y="1143"/>
                  </a:cubicBezTo>
                  <a:cubicBezTo>
                    <a:pt x="77978" y="1905"/>
                    <a:pt x="81915" y="3048"/>
                    <a:pt x="85598" y="4699"/>
                  </a:cubicBezTo>
                  <a:cubicBezTo>
                    <a:pt x="89281" y="6350"/>
                    <a:pt x="92964" y="8128"/>
                    <a:pt x="96266" y="10414"/>
                  </a:cubicBezTo>
                  <a:cubicBezTo>
                    <a:pt x="99568" y="12700"/>
                    <a:pt x="102743" y="15240"/>
                    <a:pt x="105664" y="18161"/>
                  </a:cubicBezTo>
                  <a:cubicBezTo>
                    <a:pt x="108585" y="21082"/>
                    <a:pt x="111125" y="24130"/>
                    <a:pt x="113411" y="27559"/>
                  </a:cubicBezTo>
                  <a:cubicBezTo>
                    <a:pt x="115697" y="30988"/>
                    <a:pt x="117602" y="34544"/>
                    <a:pt x="119126" y="38227"/>
                  </a:cubicBezTo>
                  <a:cubicBezTo>
                    <a:pt x="120650" y="41910"/>
                    <a:pt x="121793" y="45847"/>
                    <a:pt x="122682" y="49784"/>
                  </a:cubicBezTo>
                  <a:cubicBezTo>
                    <a:pt x="123571" y="53721"/>
                    <a:pt x="123825" y="57785"/>
                    <a:pt x="123825" y="61849"/>
                  </a:cubicBezTo>
                  <a:close/>
                </a:path>
              </a:pathLst>
            </a:custGeom>
            <a:solidFill>
              <a:srgbClr val="100C92"/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9955902" y="7006124"/>
            <a:ext cx="320039" cy="320039"/>
            <a:chOff x="0" y="0"/>
            <a:chExt cx="123825" cy="1238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3825" cy="123825"/>
            </a:xfrm>
            <a:custGeom>
              <a:avLst/>
              <a:gdLst/>
              <a:ahLst/>
              <a:cxnLst/>
              <a:rect r="r" b="b" t="t" l="l"/>
              <a:pathLst>
                <a:path h="123825" w="123825">
                  <a:moveTo>
                    <a:pt x="123825" y="61976"/>
                  </a:moveTo>
                  <a:cubicBezTo>
                    <a:pt x="123825" y="66040"/>
                    <a:pt x="123444" y="70104"/>
                    <a:pt x="122682" y="74041"/>
                  </a:cubicBezTo>
                  <a:cubicBezTo>
                    <a:pt x="121920" y="77978"/>
                    <a:pt x="120777" y="81915"/>
                    <a:pt x="119126" y="85598"/>
                  </a:cubicBezTo>
                  <a:cubicBezTo>
                    <a:pt x="117475" y="89281"/>
                    <a:pt x="115697" y="92964"/>
                    <a:pt x="113411" y="96266"/>
                  </a:cubicBezTo>
                  <a:cubicBezTo>
                    <a:pt x="111125" y="99568"/>
                    <a:pt x="108585" y="102743"/>
                    <a:pt x="105664" y="105664"/>
                  </a:cubicBezTo>
                  <a:cubicBezTo>
                    <a:pt x="102743" y="108585"/>
                    <a:pt x="99695" y="111125"/>
                    <a:pt x="96266" y="113411"/>
                  </a:cubicBezTo>
                  <a:cubicBezTo>
                    <a:pt x="92837" y="115697"/>
                    <a:pt x="89281" y="117602"/>
                    <a:pt x="85598" y="119126"/>
                  </a:cubicBezTo>
                  <a:cubicBezTo>
                    <a:pt x="81915" y="120650"/>
                    <a:pt x="77978" y="121793"/>
                    <a:pt x="74041" y="122682"/>
                  </a:cubicBezTo>
                  <a:cubicBezTo>
                    <a:pt x="70104" y="123571"/>
                    <a:pt x="66040" y="123825"/>
                    <a:pt x="61976" y="123825"/>
                  </a:cubicBezTo>
                  <a:cubicBezTo>
                    <a:pt x="57912" y="123825"/>
                    <a:pt x="53848" y="123444"/>
                    <a:pt x="49911" y="122682"/>
                  </a:cubicBezTo>
                  <a:cubicBezTo>
                    <a:pt x="45974" y="121920"/>
                    <a:pt x="42037" y="120777"/>
                    <a:pt x="38354" y="119126"/>
                  </a:cubicBezTo>
                  <a:cubicBezTo>
                    <a:pt x="34671" y="117475"/>
                    <a:pt x="30988" y="115697"/>
                    <a:pt x="27686" y="113411"/>
                  </a:cubicBezTo>
                  <a:cubicBezTo>
                    <a:pt x="24384" y="111125"/>
                    <a:pt x="21209" y="108585"/>
                    <a:pt x="18288" y="105664"/>
                  </a:cubicBezTo>
                  <a:cubicBezTo>
                    <a:pt x="15367" y="102743"/>
                    <a:pt x="12700" y="99695"/>
                    <a:pt x="10414" y="96266"/>
                  </a:cubicBezTo>
                  <a:cubicBezTo>
                    <a:pt x="8128" y="92837"/>
                    <a:pt x="6223" y="89408"/>
                    <a:pt x="4699" y="85598"/>
                  </a:cubicBezTo>
                  <a:cubicBezTo>
                    <a:pt x="3175" y="81788"/>
                    <a:pt x="2032" y="77978"/>
                    <a:pt x="1143" y="74041"/>
                  </a:cubicBezTo>
                  <a:cubicBezTo>
                    <a:pt x="254" y="70104"/>
                    <a:pt x="0" y="66040"/>
                    <a:pt x="0" y="61976"/>
                  </a:cubicBezTo>
                  <a:cubicBezTo>
                    <a:pt x="0" y="57912"/>
                    <a:pt x="381" y="53848"/>
                    <a:pt x="1143" y="49911"/>
                  </a:cubicBezTo>
                  <a:cubicBezTo>
                    <a:pt x="1905" y="45974"/>
                    <a:pt x="3048" y="42037"/>
                    <a:pt x="4699" y="38354"/>
                  </a:cubicBezTo>
                  <a:cubicBezTo>
                    <a:pt x="6350" y="34671"/>
                    <a:pt x="8128" y="30988"/>
                    <a:pt x="10414" y="27686"/>
                  </a:cubicBezTo>
                  <a:cubicBezTo>
                    <a:pt x="12700" y="24384"/>
                    <a:pt x="15240" y="21209"/>
                    <a:pt x="18161" y="18288"/>
                  </a:cubicBezTo>
                  <a:cubicBezTo>
                    <a:pt x="21082" y="15367"/>
                    <a:pt x="24130" y="12700"/>
                    <a:pt x="27559" y="10414"/>
                  </a:cubicBezTo>
                  <a:cubicBezTo>
                    <a:pt x="30988" y="8128"/>
                    <a:pt x="34544" y="6223"/>
                    <a:pt x="38227" y="4699"/>
                  </a:cubicBezTo>
                  <a:cubicBezTo>
                    <a:pt x="41910" y="3175"/>
                    <a:pt x="45847" y="2032"/>
                    <a:pt x="49784" y="1143"/>
                  </a:cubicBezTo>
                  <a:cubicBezTo>
                    <a:pt x="53721" y="254"/>
                    <a:pt x="57785" y="0"/>
                    <a:pt x="61976" y="0"/>
                  </a:cubicBezTo>
                  <a:cubicBezTo>
                    <a:pt x="66167" y="0"/>
                    <a:pt x="70104" y="381"/>
                    <a:pt x="74041" y="1143"/>
                  </a:cubicBezTo>
                  <a:cubicBezTo>
                    <a:pt x="77978" y="1905"/>
                    <a:pt x="81915" y="3048"/>
                    <a:pt x="85598" y="4699"/>
                  </a:cubicBezTo>
                  <a:cubicBezTo>
                    <a:pt x="89281" y="6350"/>
                    <a:pt x="92964" y="8128"/>
                    <a:pt x="96266" y="10414"/>
                  </a:cubicBezTo>
                  <a:cubicBezTo>
                    <a:pt x="99568" y="12700"/>
                    <a:pt x="102743" y="15240"/>
                    <a:pt x="105664" y="18161"/>
                  </a:cubicBezTo>
                  <a:cubicBezTo>
                    <a:pt x="108585" y="21082"/>
                    <a:pt x="111125" y="24130"/>
                    <a:pt x="113411" y="27559"/>
                  </a:cubicBezTo>
                  <a:cubicBezTo>
                    <a:pt x="115697" y="30988"/>
                    <a:pt x="117602" y="34544"/>
                    <a:pt x="119126" y="38227"/>
                  </a:cubicBezTo>
                  <a:cubicBezTo>
                    <a:pt x="120650" y="41910"/>
                    <a:pt x="121793" y="45847"/>
                    <a:pt x="122682" y="49784"/>
                  </a:cubicBezTo>
                  <a:cubicBezTo>
                    <a:pt x="123571" y="53721"/>
                    <a:pt x="123825" y="57785"/>
                    <a:pt x="123825" y="61849"/>
                  </a:cubicBezTo>
                  <a:close/>
                </a:path>
              </a:pathLst>
            </a:custGeom>
            <a:solidFill>
              <a:srgbClr val="100C92"/>
            </a:solid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2276592" y="7006124"/>
            <a:ext cx="320039" cy="320039"/>
            <a:chOff x="0" y="0"/>
            <a:chExt cx="123825" cy="1238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3825" cy="123825"/>
            </a:xfrm>
            <a:custGeom>
              <a:avLst/>
              <a:gdLst/>
              <a:ahLst/>
              <a:cxnLst/>
              <a:rect r="r" b="b" t="t" l="l"/>
              <a:pathLst>
                <a:path h="123825" w="123825">
                  <a:moveTo>
                    <a:pt x="123825" y="61976"/>
                  </a:moveTo>
                  <a:cubicBezTo>
                    <a:pt x="123825" y="66040"/>
                    <a:pt x="123444" y="70104"/>
                    <a:pt x="122682" y="74041"/>
                  </a:cubicBezTo>
                  <a:cubicBezTo>
                    <a:pt x="121920" y="77978"/>
                    <a:pt x="120777" y="81915"/>
                    <a:pt x="119126" y="85598"/>
                  </a:cubicBezTo>
                  <a:cubicBezTo>
                    <a:pt x="117475" y="89281"/>
                    <a:pt x="115697" y="92964"/>
                    <a:pt x="113411" y="96266"/>
                  </a:cubicBezTo>
                  <a:cubicBezTo>
                    <a:pt x="111125" y="99568"/>
                    <a:pt x="108585" y="102743"/>
                    <a:pt x="105664" y="105664"/>
                  </a:cubicBezTo>
                  <a:cubicBezTo>
                    <a:pt x="102743" y="108585"/>
                    <a:pt x="99695" y="111125"/>
                    <a:pt x="96266" y="113411"/>
                  </a:cubicBezTo>
                  <a:cubicBezTo>
                    <a:pt x="92837" y="115697"/>
                    <a:pt x="89281" y="117602"/>
                    <a:pt x="85598" y="119126"/>
                  </a:cubicBezTo>
                  <a:cubicBezTo>
                    <a:pt x="81915" y="120650"/>
                    <a:pt x="77978" y="121793"/>
                    <a:pt x="74041" y="122682"/>
                  </a:cubicBezTo>
                  <a:cubicBezTo>
                    <a:pt x="70104" y="123571"/>
                    <a:pt x="66040" y="123825"/>
                    <a:pt x="61976" y="123825"/>
                  </a:cubicBezTo>
                  <a:cubicBezTo>
                    <a:pt x="57912" y="123825"/>
                    <a:pt x="53848" y="123444"/>
                    <a:pt x="49911" y="122682"/>
                  </a:cubicBezTo>
                  <a:cubicBezTo>
                    <a:pt x="45974" y="121920"/>
                    <a:pt x="42037" y="120777"/>
                    <a:pt x="38354" y="119126"/>
                  </a:cubicBezTo>
                  <a:cubicBezTo>
                    <a:pt x="34671" y="117475"/>
                    <a:pt x="30988" y="115697"/>
                    <a:pt x="27686" y="113411"/>
                  </a:cubicBezTo>
                  <a:cubicBezTo>
                    <a:pt x="24384" y="111125"/>
                    <a:pt x="21209" y="108585"/>
                    <a:pt x="18288" y="105664"/>
                  </a:cubicBezTo>
                  <a:cubicBezTo>
                    <a:pt x="15367" y="102743"/>
                    <a:pt x="12700" y="99695"/>
                    <a:pt x="10414" y="96266"/>
                  </a:cubicBezTo>
                  <a:cubicBezTo>
                    <a:pt x="8128" y="92837"/>
                    <a:pt x="6223" y="89408"/>
                    <a:pt x="4699" y="85598"/>
                  </a:cubicBezTo>
                  <a:cubicBezTo>
                    <a:pt x="3175" y="81788"/>
                    <a:pt x="2032" y="77978"/>
                    <a:pt x="1143" y="74041"/>
                  </a:cubicBezTo>
                  <a:cubicBezTo>
                    <a:pt x="254" y="70104"/>
                    <a:pt x="0" y="66040"/>
                    <a:pt x="0" y="61976"/>
                  </a:cubicBezTo>
                  <a:cubicBezTo>
                    <a:pt x="0" y="57912"/>
                    <a:pt x="381" y="53848"/>
                    <a:pt x="1143" y="49911"/>
                  </a:cubicBezTo>
                  <a:cubicBezTo>
                    <a:pt x="1905" y="45974"/>
                    <a:pt x="3048" y="42037"/>
                    <a:pt x="4699" y="38354"/>
                  </a:cubicBezTo>
                  <a:cubicBezTo>
                    <a:pt x="6350" y="34671"/>
                    <a:pt x="8128" y="30988"/>
                    <a:pt x="10414" y="27686"/>
                  </a:cubicBezTo>
                  <a:cubicBezTo>
                    <a:pt x="12700" y="24384"/>
                    <a:pt x="15240" y="21209"/>
                    <a:pt x="18161" y="18288"/>
                  </a:cubicBezTo>
                  <a:cubicBezTo>
                    <a:pt x="21082" y="15367"/>
                    <a:pt x="24130" y="12700"/>
                    <a:pt x="27559" y="10414"/>
                  </a:cubicBezTo>
                  <a:cubicBezTo>
                    <a:pt x="30988" y="8128"/>
                    <a:pt x="34544" y="6223"/>
                    <a:pt x="38227" y="4699"/>
                  </a:cubicBezTo>
                  <a:cubicBezTo>
                    <a:pt x="41910" y="3175"/>
                    <a:pt x="45847" y="2032"/>
                    <a:pt x="49784" y="1143"/>
                  </a:cubicBezTo>
                  <a:cubicBezTo>
                    <a:pt x="53721" y="254"/>
                    <a:pt x="57785" y="0"/>
                    <a:pt x="61976" y="0"/>
                  </a:cubicBezTo>
                  <a:cubicBezTo>
                    <a:pt x="66167" y="0"/>
                    <a:pt x="70104" y="381"/>
                    <a:pt x="74041" y="1143"/>
                  </a:cubicBezTo>
                  <a:cubicBezTo>
                    <a:pt x="77978" y="1905"/>
                    <a:pt x="81915" y="3048"/>
                    <a:pt x="85598" y="4699"/>
                  </a:cubicBezTo>
                  <a:cubicBezTo>
                    <a:pt x="89281" y="6350"/>
                    <a:pt x="92964" y="8128"/>
                    <a:pt x="96266" y="10414"/>
                  </a:cubicBezTo>
                  <a:cubicBezTo>
                    <a:pt x="99568" y="12700"/>
                    <a:pt x="102743" y="15240"/>
                    <a:pt x="105664" y="18161"/>
                  </a:cubicBezTo>
                  <a:cubicBezTo>
                    <a:pt x="108585" y="21082"/>
                    <a:pt x="111125" y="24130"/>
                    <a:pt x="113411" y="27559"/>
                  </a:cubicBezTo>
                  <a:cubicBezTo>
                    <a:pt x="115697" y="30988"/>
                    <a:pt x="117602" y="34544"/>
                    <a:pt x="119126" y="38227"/>
                  </a:cubicBezTo>
                  <a:cubicBezTo>
                    <a:pt x="120650" y="41910"/>
                    <a:pt x="121793" y="45847"/>
                    <a:pt x="122682" y="49784"/>
                  </a:cubicBezTo>
                  <a:cubicBezTo>
                    <a:pt x="123571" y="53721"/>
                    <a:pt x="123825" y="57785"/>
                    <a:pt x="123825" y="61849"/>
                  </a:cubicBezTo>
                  <a:close/>
                </a:path>
              </a:pathLst>
            </a:custGeom>
            <a:solidFill>
              <a:srgbClr val="100C92"/>
            </a:solid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E2E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252538" y="3906254"/>
            <a:ext cx="123825" cy="123825"/>
            <a:chOff x="0" y="0"/>
            <a:chExt cx="123825" cy="1238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825" cy="123825"/>
            </a:xfrm>
            <a:custGeom>
              <a:avLst/>
              <a:gdLst/>
              <a:ahLst/>
              <a:cxnLst/>
              <a:rect r="r" b="b" t="t" l="l"/>
              <a:pathLst>
                <a:path h="123825" w="123825">
                  <a:moveTo>
                    <a:pt x="123825" y="61976"/>
                  </a:moveTo>
                  <a:cubicBezTo>
                    <a:pt x="123825" y="66040"/>
                    <a:pt x="123444" y="70104"/>
                    <a:pt x="122682" y="74041"/>
                  </a:cubicBezTo>
                  <a:cubicBezTo>
                    <a:pt x="121920" y="77978"/>
                    <a:pt x="120777" y="81915"/>
                    <a:pt x="119126" y="85598"/>
                  </a:cubicBezTo>
                  <a:cubicBezTo>
                    <a:pt x="117475" y="89281"/>
                    <a:pt x="115697" y="92964"/>
                    <a:pt x="113411" y="96266"/>
                  </a:cubicBezTo>
                  <a:cubicBezTo>
                    <a:pt x="111125" y="99568"/>
                    <a:pt x="108585" y="102743"/>
                    <a:pt x="105664" y="105664"/>
                  </a:cubicBezTo>
                  <a:cubicBezTo>
                    <a:pt x="102743" y="108585"/>
                    <a:pt x="99695" y="111125"/>
                    <a:pt x="96266" y="113411"/>
                  </a:cubicBezTo>
                  <a:cubicBezTo>
                    <a:pt x="92837" y="115697"/>
                    <a:pt x="89281" y="117602"/>
                    <a:pt x="85598" y="119126"/>
                  </a:cubicBezTo>
                  <a:cubicBezTo>
                    <a:pt x="81915" y="120650"/>
                    <a:pt x="77978" y="121793"/>
                    <a:pt x="74041" y="122682"/>
                  </a:cubicBezTo>
                  <a:cubicBezTo>
                    <a:pt x="70104" y="123571"/>
                    <a:pt x="66040" y="123825"/>
                    <a:pt x="61976" y="123825"/>
                  </a:cubicBezTo>
                  <a:cubicBezTo>
                    <a:pt x="57912" y="123825"/>
                    <a:pt x="53848" y="123444"/>
                    <a:pt x="49911" y="122682"/>
                  </a:cubicBezTo>
                  <a:cubicBezTo>
                    <a:pt x="45974" y="121920"/>
                    <a:pt x="42037" y="120777"/>
                    <a:pt x="38354" y="119126"/>
                  </a:cubicBezTo>
                  <a:cubicBezTo>
                    <a:pt x="34671" y="117475"/>
                    <a:pt x="30988" y="115697"/>
                    <a:pt x="27686" y="113411"/>
                  </a:cubicBezTo>
                  <a:cubicBezTo>
                    <a:pt x="24384" y="111125"/>
                    <a:pt x="21209" y="108585"/>
                    <a:pt x="18288" y="105664"/>
                  </a:cubicBezTo>
                  <a:cubicBezTo>
                    <a:pt x="15367" y="102743"/>
                    <a:pt x="12700" y="99695"/>
                    <a:pt x="10414" y="96266"/>
                  </a:cubicBezTo>
                  <a:cubicBezTo>
                    <a:pt x="8128" y="92837"/>
                    <a:pt x="6223" y="89408"/>
                    <a:pt x="4699" y="85598"/>
                  </a:cubicBezTo>
                  <a:cubicBezTo>
                    <a:pt x="3175" y="81788"/>
                    <a:pt x="2032" y="77978"/>
                    <a:pt x="1143" y="74041"/>
                  </a:cubicBezTo>
                  <a:cubicBezTo>
                    <a:pt x="254" y="70104"/>
                    <a:pt x="0" y="66040"/>
                    <a:pt x="0" y="61976"/>
                  </a:cubicBezTo>
                  <a:cubicBezTo>
                    <a:pt x="0" y="57912"/>
                    <a:pt x="381" y="53848"/>
                    <a:pt x="1143" y="49911"/>
                  </a:cubicBezTo>
                  <a:cubicBezTo>
                    <a:pt x="1905" y="45974"/>
                    <a:pt x="3048" y="42037"/>
                    <a:pt x="4699" y="38354"/>
                  </a:cubicBezTo>
                  <a:cubicBezTo>
                    <a:pt x="6350" y="34671"/>
                    <a:pt x="8128" y="30988"/>
                    <a:pt x="10414" y="27686"/>
                  </a:cubicBezTo>
                  <a:cubicBezTo>
                    <a:pt x="12700" y="24384"/>
                    <a:pt x="15240" y="21209"/>
                    <a:pt x="18161" y="18288"/>
                  </a:cubicBezTo>
                  <a:cubicBezTo>
                    <a:pt x="21082" y="15367"/>
                    <a:pt x="24130" y="12700"/>
                    <a:pt x="27559" y="10414"/>
                  </a:cubicBezTo>
                  <a:cubicBezTo>
                    <a:pt x="30988" y="8128"/>
                    <a:pt x="34544" y="6223"/>
                    <a:pt x="38227" y="4699"/>
                  </a:cubicBezTo>
                  <a:cubicBezTo>
                    <a:pt x="41910" y="3175"/>
                    <a:pt x="45847" y="2032"/>
                    <a:pt x="49784" y="1143"/>
                  </a:cubicBezTo>
                  <a:cubicBezTo>
                    <a:pt x="53721" y="254"/>
                    <a:pt x="57785" y="0"/>
                    <a:pt x="61976" y="0"/>
                  </a:cubicBezTo>
                  <a:cubicBezTo>
                    <a:pt x="66167" y="0"/>
                    <a:pt x="70104" y="381"/>
                    <a:pt x="74041" y="1143"/>
                  </a:cubicBezTo>
                  <a:cubicBezTo>
                    <a:pt x="77978" y="1905"/>
                    <a:pt x="81915" y="3048"/>
                    <a:pt x="85598" y="4699"/>
                  </a:cubicBezTo>
                  <a:cubicBezTo>
                    <a:pt x="89281" y="6350"/>
                    <a:pt x="92964" y="8128"/>
                    <a:pt x="96266" y="10414"/>
                  </a:cubicBezTo>
                  <a:cubicBezTo>
                    <a:pt x="99568" y="12700"/>
                    <a:pt x="102743" y="15240"/>
                    <a:pt x="105664" y="18161"/>
                  </a:cubicBezTo>
                  <a:cubicBezTo>
                    <a:pt x="108585" y="21082"/>
                    <a:pt x="111125" y="24130"/>
                    <a:pt x="113411" y="27559"/>
                  </a:cubicBezTo>
                  <a:cubicBezTo>
                    <a:pt x="115697" y="30988"/>
                    <a:pt x="117602" y="34544"/>
                    <a:pt x="119126" y="38227"/>
                  </a:cubicBezTo>
                  <a:cubicBezTo>
                    <a:pt x="120650" y="41910"/>
                    <a:pt x="121793" y="45847"/>
                    <a:pt x="122682" y="49784"/>
                  </a:cubicBezTo>
                  <a:cubicBezTo>
                    <a:pt x="123571" y="53721"/>
                    <a:pt x="123825" y="57785"/>
                    <a:pt x="123825" y="61849"/>
                  </a:cubicBezTo>
                  <a:close/>
                </a:path>
              </a:pathLst>
            </a:custGeom>
            <a:solidFill>
              <a:srgbClr val="100C92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63503" y="9175747"/>
            <a:ext cx="18414997" cy="1174747"/>
            <a:chOff x="0" y="0"/>
            <a:chExt cx="18415000" cy="1174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6548"/>
              <a:ext cx="569341" cy="615442"/>
            </a:xfrm>
            <a:custGeom>
              <a:avLst/>
              <a:gdLst/>
              <a:ahLst/>
              <a:cxnLst/>
              <a:rect r="r" b="b" t="t" l="l"/>
              <a:pathLst>
                <a:path h="615442" w="569341">
                  <a:moveTo>
                    <a:pt x="0" y="0"/>
                  </a:moveTo>
                  <a:lnTo>
                    <a:pt x="0" y="615442"/>
                  </a:lnTo>
                  <a:lnTo>
                    <a:pt x="569341" y="615442"/>
                  </a:lnTo>
                  <a:lnTo>
                    <a:pt x="569341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1190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223899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816608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407666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00502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593211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4184269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776978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5369814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5960745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553581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7146290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7737348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8330057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8" y="615442"/>
                  </a:lnTo>
                  <a:lnTo>
                    <a:pt x="592708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8922893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9524365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0115423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0708132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8" y="615442"/>
                  </a:lnTo>
                  <a:lnTo>
                    <a:pt x="592708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1300841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891899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2484735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3077444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3668502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10" y="42926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4261212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4853920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5444978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10" y="615442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6037813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10" y="42926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6630523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7221581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10" y="42926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7814289" y="66548"/>
              <a:ext cx="537211" cy="615442"/>
            </a:xfrm>
            <a:custGeom>
              <a:avLst/>
              <a:gdLst/>
              <a:ahLst/>
              <a:cxnLst/>
              <a:rect r="r" b="b" t="t" l="l"/>
              <a:pathLst>
                <a:path h="615442" w="537211">
                  <a:moveTo>
                    <a:pt x="0" y="0"/>
                  </a:moveTo>
                  <a:lnTo>
                    <a:pt x="0" y="615442"/>
                  </a:lnTo>
                  <a:lnTo>
                    <a:pt x="537211" y="615442"/>
                  </a:lnTo>
                  <a:lnTo>
                    <a:pt x="537211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9519158" y="63500"/>
              <a:ext cx="8832342" cy="1047750"/>
            </a:xfrm>
            <a:custGeom>
              <a:avLst/>
              <a:gdLst/>
              <a:ahLst/>
              <a:cxnLst/>
              <a:rect r="r" b="b" t="t" l="l"/>
              <a:pathLst>
                <a:path h="1047750" w="8832342">
                  <a:moveTo>
                    <a:pt x="0" y="0"/>
                  </a:moveTo>
                  <a:lnTo>
                    <a:pt x="0" y="1047750"/>
                  </a:lnTo>
                  <a:lnTo>
                    <a:pt x="8832342" y="1047750"/>
                  </a:lnTo>
                  <a:lnTo>
                    <a:pt x="883234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63500" y="63500"/>
              <a:ext cx="9455658" cy="1047750"/>
            </a:xfrm>
            <a:custGeom>
              <a:avLst/>
              <a:gdLst/>
              <a:ahLst/>
              <a:cxnLst/>
              <a:rect r="r" b="b" t="t" l="l"/>
              <a:pathLst>
                <a:path h="1047750" w="9455658">
                  <a:moveTo>
                    <a:pt x="0" y="0"/>
                  </a:moveTo>
                  <a:lnTo>
                    <a:pt x="0" y="1047750"/>
                  </a:lnTo>
                  <a:lnTo>
                    <a:pt x="9455658" y="1047750"/>
                  </a:lnTo>
                  <a:lnTo>
                    <a:pt x="945565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6118042" y="1006849"/>
            <a:ext cx="4333312" cy="73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8"/>
              </a:lnSpc>
            </a:pPr>
            <a:r>
              <a:rPr lang="en-US" b="true" sz="3770">
                <a:solidFill>
                  <a:srgbClr val="100C92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Model Used: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755091" y="3559736"/>
            <a:ext cx="14777809" cy="2977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0"/>
              </a:lnSpc>
            </a:pPr>
            <a:r>
              <a:rPr lang="en-US" sz="2784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I</a:t>
            </a:r>
            <a:r>
              <a:rPr lang="en-US" sz="2784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used GPT-4 to produce summaries that highlight the top 3 products, key differences between them, common customer complaints, and the worst-rated product in each category. By leveraging GPT-4's generative capabilities,</a:t>
            </a:r>
          </a:p>
          <a:p>
            <a:pPr algn="l">
              <a:lnSpc>
                <a:spcPts val="4650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6551" y="1167708"/>
            <a:ext cx="1143267" cy="4222185"/>
            <a:chOff x="0" y="0"/>
            <a:chExt cx="1143267" cy="42221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6548" y="1782445"/>
              <a:ext cx="1011809" cy="2356739"/>
            </a:xfrm>
            <a:custGeom>
              <a:avLst/>
              <a:gdLst/>
              <a:ahLst/>
              <a:cxnLst/>
              <a:rect r="r" b="b" t="t" l="l"/>
              <a:pathLst>
                <a:path h="2356739" w="1011809">
                  <a:moveTo>
                    <a:pt x="0" y="0"/>
                  </a:moveTo>
                  <a:lnTo>
                    <a:pt x="0" y="703453"/>
                  </a:lnTo>
                  <a:lnTo>
                    <a:pt x="0" y="703453"/>
                  </a:lnTo>
                  <a:cubicBezTo>
                    <a:pt x="192278" y="775589"/>
                    <a:pt x="329311" y="960882"/>
                    <a:pt x="329311" y="1178814"/>
                  </a:cubicBezTo>
                  <a:cubicBezTo>
                    <a:pt x="329311" y="1396111"/>
                    <a:pt x="192278" y="1581277"/>
                    <a:pt x="0" y="1653286"/>
                  </a:cubicBezTo>
                  <a:lnTo>
                    <a:pt x="0" y="2356740"/>
                  </a:lnTo>
                  <a:cubicBezTo>
                    <a:pt x="558419" y="2272919"/>
                    <a:pt x="989584" y="1801496"/>
                    <a:pt x="1011809" y="1225678"/>
                  </a:cubicBezTo>
                  <a:lnTo>
                    <a:pt x="1011809" y="1131952"/>
                  </a:lnTo>
                  <a:lnTo>
                    <a:pt x="1011809" y="1131952"/>
                  </a:lnTo>
                  <a:cubicBezTo>
                    <a:pt x="989584" y="555499"/>
                    <a:pt x="558419" y="83948"/>
                    <a:pt x="0" y="128"/>
                  </a:cubicBez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6548" y="63500"/>
              <a:ext cx="1013206" cy="4095242"/>
            </a:xfrm>
            <a:custGeom>
              <a:avLst/>
              <a:gdLst/>
              <a:ahLst/>
              <a:cxnLst/>
              <a:rect r="r" b="b" t="t" l="l"/>
              <a:pathLst>
                <a:path h="4095242" w="1013206">
                  <a:moveTo>
                    <a:pt x="0" y="0"/>
                  </a:moveTo>
                  <a:lnTo>
                    <a:pt x="0" y="4095242"/>
                  </a:lnTo>
                  <a:lnTo>
                    <a:pt x="1013206" y="4095242"/>
                  </a:lnTo>
                  <a:lnTo>
                    <a:pt x="101320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722196" y="3222412"/>
            <a:ext cx="152400" cy="152400"/>
            <a:chOff x="0" y="0"/>
            <a:chExt cx="152400" cy="152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152400" y="76200"/>
                  </a:moveTo>
                  <a:cubicBezTo>
                    <a:pt x="152400" y="81153"/>
                    <a:pt x="151892" y="86106"/>
                    <a:pt x="150876" y="91059"/>
                  </a:cubicBezTo>
                  <a:cubicBezTo>
                    <a:pt x="149860" y="96012"/>
                    <a:pt x="148463" y="100711"/>
                    <a:pt x="146558" y="105410"/>
                  </a:cubicBezTo>
                  <a:cubicBezTo>
                    <a:pt x="144653" y="110109"/>
                    <a:pt x="142240" y="114427"/>
                    <a:pt x="139573" y="118618"/>
                  </a:cubicBezTo>
                  <a:cubicBezTo>
                    <a:pt x="136906" y="122809"/>
                    <a:pt x="133604" y="126619"/>
                    <a:pt x="130048" y="130175"/>
                  </a:cubicBezTo>
                  <a:cubicBezTo>
                    <a:pt x="126492" y="133731"/>
                    <a:pt x="122682" y="136906"/>
                    <a:pt x="118491" y="139700"/>
                  </a:cubicBezTo>
                  <a:cubicBezTo>
                    <a:pt x="114300" y="142494"/>
                    <a:pt x="109982" y="144780"/>
                    <a:pt x="105283" y="146685"/>
                  </a:cubicBezTo>
                  <a:cubicBezTo>
                    <a:pt x="100584" y="148590"/>
                    <a:pt x="95885" y="149987"/>
                    <a:pt x="90932" y="151003"/>
                  </a:cubicBezTo>
                  <a:cubicBezTo>
                    <a:pt x="85979" y="152019"/>
                    <a:pt x="81153" y="152400"/>
                    <a:pt x="76200" y="152400"/>
                  </a:cubicBezTo>
                  <a:cubicBezTo>
                    <a:pt x="71247" y="152400"/>
                    <a:pt x="66294" y="151892"/>
                    <a:pt x="61341" y="150876"/>
                  </a:cubicBezTo>
                  <a:cubicBezTo>
                    <a:pt x="56388" y="149860"/>
                    <a:pt x="51689" y="148463"/>
                    <a:pt x="46990" y="146558"/>
                  </a:cubicBezTo>
                  <a:cubicBezTo>
                    <a:pt x="42291" y="144653"/>
                    <a:pt x="37973" y="142240"/>
                    <a:pt x="33782" y="139573"/>
                  </a:cubicBezTo>
                  <a:cubicBezTo>
                    <a:pt x="29591" y="136906"/>
                    <a:pt x="25781" y="133604"/>
                    <a:pt x="22225" y="130048"/>
                  </a:cubicBezTo>
                  <a:cubicBezTo>
                    <a:pt x="18669" y="126492"/>
                    <a:pt x="15494" y="122682"/>
                    <a:pt x="12700" y="118491"/>
                  </a:cubicBezTo>
                  <a:cubicBezTo>
                    <a:pt x="9906" y="114300"/>
                    <a:pt x="7747" y="109982"/>
                    <a:pt x="5842" y="105410"/>
                  </a:cubicBezTo>
                  <a:cubicBezTo>
                    <a:pt x="3937" y="100838"/>
                    <a:pt x="2413" y="96012"/>
                    <a:pt x="1524" y="91059"/>
                  </a:cubicBezTo>
                  <a:cubicBezTo>
                    <a:pt x="635" y="86106"/>
                    <a:pt x="0" y="81153"/>
                    <a:pt x="0" y="76200"/>
                  </a:cubicBezTo>
                  <a:cubicBezTo>
                    <a:pt x="0" y="71247"/>
                    <a:pt x="508" y="66294"/>
                    <a:pt x="1524" y="61341"/>
                  </a:cubicBezTo>
                  <a:cubicBezTo>
                    <a:pt x="2540" y="56388"/>
                    <a:pt x="3937" y="51689"/>
                    <a:pt x="5842" y="46990"/>
                  </a:cubicBezTo>
                  <a:cubicBezTo>
                    <a:pt x="7747" y="42291"/>
                    <a:pt x="10160" y="37973"/>
                    <a:pt x="12827" y="33782"/>
                  </a:cubicBezTo>
                  <a:cubicBezTo>
                    <a:pt x="15494" y="29591"/>
                    <a:pt x="18796" y="25781"/>
                    <a:pt x="22352" y="22225"/>
                  </a:cubicBezTo>
                  <a:cubicBezTo>
                    <a:pt x="25908" y="18669"/>
                    <a:pt x="29718" y="15494"/>
                    <a:pt x="33909" y="12700"/>
                  </a:cubicBezTo>
                  <a:cubicBezTo>
                    <a:pt x="38100" y="9906"/>
                    <a:pt x="42418" y="7747"/>
                    <a:pt x="46990" y="5842"/>
                  </a:cubicBezTo>
                  <a:cubicBezTo>
                    <a:pt x="51562" y="3937"/>
                    <a:pt x="56388" y="2413"/>
                    <a:pt x="61341" y="1524"/>
                  </a:cubicBezTo>
                  <a:cubicBezTo>
                    <a:pt x="66294" y="635"/>
                    <a:pt x="71247" y="0"/>
                    <a:pt x="76200" y="0"/>
                  </a:cubicBezTo>
                  <a:cubicBezTo>
                    <a:pt x="81153" y="0"/>
                    <a:pt x="86106" y="508"/>
                    <a:pt x="91059" y="1524"/>
                  </a:cubicBezTo>
                  <a:cubicBezTo>
                    <a:pt x="96012" y="2540"/>
                    <a:pt x="100711" y="3937"/>
                    <a:pt x="105410" y="5842"/>
                  </a:cubicBezTo>
                  <a:cubicBezTo>
                    <a:pt x="110109" y="7747"/>
                    <a:pt x="114427" y="10160"/>
                    <a:pt x="118618" y="12827"/>
                  </a:cubicBezTo>
                  <a:cubicBezTo>
                    <a:pt x="122809" y="15494"/>
                    <a:pt x="126619" y="18796"/>
                    <a:pt x="130175" y="22352"/>
                  </a:cubicBezTo>
                  <a:cubicBezTo>
                    <a:pt x="133731" y="25908"/>
                    <a:pt x="136906" y="29718"/>
                    <a:pt x="139700" y="33909"/>
                  </a:cubicBezTo>
                  <a:cubicBezTo>
                    <a:pt x="142494" y="38100"/>
                    <a:pt x="144780" y="42418"/>
                    <a:pt x="146685" y="47117"/>
                  </a:cubicBezTo>
                  <a:cubicBezTo>
                    <a:pt x="148590" y="51816"/>
                    <a:pt x="149987" y="56515"/>
                    <a:pt x="151003" y="61468"/>
                  </a:cubicBezTo>
                  <a:cubicBezTo>
                    <a:pt x="152019" y="66421"/>
                    <a:pt x="152400" y="71247"/>
                    <a:pt x="152400" y="76200"/>
                  </a:cubicBezTo>
                  <a:close/>
                </a:path>
              </a:pathLst>
            </a:custGeom>
            <a:solidFill>
              <a:srgbClr val="100C92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2180901" y="4251455"/>
            <a:ext cx="2639711" cy="3157680"/>
          </a:xfrm>
          <a:custGeom>
            <a:avLst/>
            <a:gdLst/>
            <a:ahLst/>
            <a:cxnLst/>
            <a:rect r="r" b="b" t="t" l="l"/>
            <a:pathLst>
              <a:path h="3157680" w="2639711">
                <a:moveTo>
                  <a:pt x="0" y="0"/>
                </a:moveTo>
                <a:lnTo>
                  <a:pt x="2639711" y="0"/>
                </a:lnTo>
                <a:lnTo>
                  <a:pt x="2639711" y="3157681"/>
                </a:lnTo>
                <a:lnTo>
                  <a:pt x="0" y="31576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547684" y="4251455"/>
            <a:ext cx="2460669" cy="3157680"/>
          </a:xfrm>
          <a:custGeom>
            <a:avLst/>
            <a:gdLst/>
            <a:ahLst/>
            <a:cxnLst/>
            <a:rect r="r" b="b" t="t" l="l"/>
            <a:pathLst>
              <a:path h="3157680" w="2460669">
                <a:moveTo>
                  <a:pt x="0" y="0"/>
                </a:moveTo>
                <a:lnTo>
                  <a:pt x="2460669" y="0"/>
                </a:lnTo>
                <a:lnTo>
                  <a:pt x="2460669" y="3157681"/>
                </a:lnTo>
                <a:lnTo>
                  <a:pt x="0" y="31576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738606" y="4251455"/>
            <a:ext cx="3266122" cy="3157680"/>
          </a:xfrm>
          <a:custGeom>
            <a:avLst/>
            <a:gdLst/>
            <a:ahLst/>
            <a:cxnLst/>
            <a:rect r="r" b="b" t="t" l="l"/>
            <a:pathLst>
              <a:path h="3157680" w="3266122">
                <a:moveTo>
                  <a:pt x="0" y="0"/>
                </a:moveTo>
                <a:lnTo>
                  <a:pt x="3266123" y="0"/>
                </a:lnTo>
                <a:lnTo>
                  <a:pt x="3266123" y="3157681"/>
                </a:lnTo>
                <a:lnTo>
                  <a:pt x="0" y="31576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96123" y="4251455"/>
            <a:ext cx="3052982" cy="3157680"/>
          </a:xfrm>
          <a:custGeom>
            <a:avLst/>
            <a:gdLst/>
            <a:ahLst/>
            <a:cxnLst/>
            <a:rect r="r" b="b" t="t" l="l"/>
            <a:pathLst>
              <a:path h="3157680" w="3052982">
                <a:moveTo>
                  <a:pt x="0" y="0"/>
                </a:moveTo>
                <a:lnTo>
                  <a:pt x="3052982" y="0"/>
                </a:lnTo>
                <a:lnTo>
                  <a:pt x="3052982" y="3157681"/>
                </a:lnTo>
                <a:lnTo>
                  <a:pt x="0" y="31576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7195797" y="6128309"/>
            <a:ext cx="1158745" cy="4222185"/>
            <a:chOff x="0" y="0"/>
            <a:chExt cx="1158748" cy="42221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0" y="81534"/>
              <a:ext cx="1028700" cy="2361184"/>
            </a:xfrm>
            <a:custGeom>
              <a:avLst/>
              <a:gdLst/>
              <a:ahLst/>
              <a:cxnLst/>
              <a:rect r="r" b="b" t="t" l="l"/>
              <a:pathLst>
                <a:path h="2361184" w="1028700">
                  <a:moveTo>
                    <a:pt x="1028700" y="0"/>
                  </a:moveTo>
                  <a:cubicBezTo>
                    <a:pt x="447294" y="79248"/>
                    <a:pt x="0" y="577723"/>
                    <a:pt x="0" y="1180084"/>
                  </a:cubicBezTo>
                  <a:cubicBezTo>
                    <a:pt x="0" y="1783334"/>
                    <a:pt x="447294" y="2281936"/>
                    <a:pt x="1028700" y="2361184"/>
                  </a:cubicBezTo>
                  <a:lnTo>
                    <a:pt x="1028700" y="1661160"/>
                  </a:lnTo>
                  <a:cubicBezTo>
                    <a:pt x="828167" y="1593469"/>
                    <a:pt x="683641" y="1404112"/>
                    <a:pt x="683641" y="1180211"/>
                  </a:cubicBezTo>
                  <a:cubicBezTo>
                    <a:pt x="683641" y="957072"/>
                    <a:pt x="828167" y="767715"/>
                    <a:pt x="1028700" y="700024"/>
                  </a:cubicBezTo>
                  <a:lnTo>
                    <a:pt x="1028700" y="700024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1028700" cy="4095242"/>
            </a:xfrm>
            <a:custGeom>
              <a:avLst/>
              <a:gdLst/>
              <a:ahLst/>
              <a:cxnLst/>
              <a:rect r="r" b="b" t="t" l="l"/>
              <a:pathLst>
                <a:path h="4095242" w="1028700">
                  <a:moveTo>
                    <a:pt x="0" y="0"/>
                  </a:moveTo>
                  <a:lnTo>
                    <a:pt x="0" y="4095242"/>
                  </a:lnTo>
                  <a:lnTo>
                    <a:pt x="1028700" y="4095242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60246" y="879100"/>
            <a:ext cx="9355512" cy="1735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19"/>
              </a:lnSpc>
            </a:pPr>
            <a:r>
              <a:rPr lang="en-US" b="true" sz="3870">
                <a:solidFill>
                  <a:srgbClr val="100C92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Article for Category: Electronics</a:t>
            </a:r>
          </a:p>
          <a:p>
            <a:pPr algn="l">
              <a:lnSpc>
                <a:spcPts val="4999"/>
              </a:lnSpc>
            </a:pPr>
            <a:r>
              <a:rPr lang="en-US" b="true" sz="3570">
                <a:solidFill>
                  <a:srgbClr val="100C92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Top Products (Customer Favorites)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84594" y="2876017"/>
            <a:ext cx="4959915" cy="666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6"/>
              </a:lnSpc>
            </a:pPr>
            <a:r>
              <a:rPr lang="en-US" sz="3354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Fire Tablet, 7” Display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38819" y="7406430"/>
            <a:ext cx="2166099" cy="967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597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"Super lightweight"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58716" y="7406430"/>
            <a:ext cx="1671256" cy="967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597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"Easy on the eyes"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812378" y="7373445"/>
            <a:ext cx="3237881" cy="1881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597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"Allows you to define words with a tap and saves them"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08806" y="7470134"/>
            <a:ext cx="2181587" cy="1424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597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"Perfect for reading and learning"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6551" y="1167708"/>
            <a:ext cx="1143267" cy="4222185"/>
            <a:chOff x="0" y="0"/>
            <a:chExt cx="1143267" cy="42221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6548" y="1782445"/>
              <a:ext cx="1011809" cy="2356739"/>
            </a:xfrm>
            <a:custGeom>
              <a:avLst/>
              <a:gdLst/>
              <a:ahLst/>
              <a:cxnLst/>
              <a:rect r="r" b="b" t="t" l="l"/>
              <a:pathLst>
                <a:path h="2356739" w="1011809">
                  <a:moveTo>
                    <a:pt x="0" y="0"/>
                  </a:moveTo>
                  <a:lnTo>
                    <a:pt x="0" y="703453"/>
                  </a:lnTo>
                  <a:lnTo>
                    <a:pt x="0" y="703453"/>
                  </a:lnTo>
                  <a:cubicBezTo>
                    <a:pt x="192278" y="775589"/>
                    <a:pt x="329311" y="960882"/>
                    <a:pt x="329311" y="1178814"/>
                  </a:cubicBezTo>
                  <a:cubicBezTo>
                    <a:pt x="329311" y="1396111"/>
                    <a:pt x="192278" y="1581277"/>
                    <a:pt x="0" y="1653286"/>
                  </a:cubicBezTo>
                  <a:lnTo>
                    <a:pt x="0" y="2356740"/>
                  </a:lnTo>
                  <a:cubicBezTo>
                    <a:pt x="558419" y="2272919"/>
                    <a:pt x="989584" y="1801496"/>
                    <a:pt x="1011809" y="1225678"/>
                  </a:cubicBezTo>
                  <a:lnTo>
                    <a:pt x="1011809" y="1131952"/>
                  </a:lnTo>
                  <a:lnTo>
                    <a:pt x="1011809" y="1131952"/>
                  </a:lnTo>
                  <a:cubicBezTo>
                    <a:pt x="989584" y="555499"/>
                    <a:pt x="558419" y="83948"/>
                    <a:pt x="0" y="128"/>
                  </a:cubicBez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6548" y="63500"/>
              <a:ext cx="1013206" cy="4095242"/>
            </a:xfrm>
            <a:custGeom>
              <a:avLst/>
              <a:gdLst/>
              <a:ahLst/>
              <a:cxnLst/>
              <a:rect r="r" b="b" t="t" l="l"/>
              <a:pathLst>
                <a:path h="4095242" w="1013206">
                  <a:moveTo>
                    <a:pt x="0" y="0"/>
                  </a:moveTo>
                  <a:lnTo>
                    <a:pt x="0" y="4095242"/>
                  </a:lnTo>
                  <a:lnTo>
                    <a:pt x="1013206" y="4095242"/>
                  </a:lnTo>
                  <a:lnTo>
                    <a:pt x="101320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722196" y="3226413"/>
            <a:ext cx="152400" cy="152400"/>
            <a:chOff x="0" y="0"/>
            <a:chExt cx="152400" cy="152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152400" y="76200"/>
                  </a:moveTo>
                  <a:cubicBezTo>
                    <a:pt x="152400" y="81153"/>
                    <a:pt x="151892" y="86106"/>
                    <a:pt x="150876" y="91059"/>
                  </a:cubicBezTo>
                  <a:cubicBezTo>
                    <a:pt x="149860" y="96012"/>
                    <a:pt x="148463" y="100711"/>
                    <a:pt x="146558" y="105410"/>
                  </a:cubicBezTo>
                  <a:cubicBezTo>
                    <a:pt x="144653" y="110109"/>
                    <a:pt x="142240" y="114427"/>
                    <a:pt x="139573" y="118618"/>
                  </a:cubicBezTo>
                  <a:cubicBezTo>
                    <a:pt x="136906" y="122809"/>
                    <a:pt x="133604" y="126619"/>
                    <a:pt x="130048" y="130175"/>
                  </a:cubicBezTo>
                  <a:cubicBezTo>
                    <a:pt x="126492" y="133731"/>
                    <a:pt x="122682" y="136906"/>
                    <a:pt x="118491" y="139700"/>
                  </a:cubicBezTo>
                  <a:cubicBezTo>
                    <a:pt x="114300" y="142494"/>
                    <a:pt x="109982" y="144780"/>
                    <a:pt x="105283" y="146685"/>
                  </a:cubicBezTo>
                  <a:cubicBezTo>
                    <a:pt x="100584" y="148590"/>
                    <a:pt x="95885" y="149987"/>
                    <a:pt x="90932" y="151003"/>
                  </a:cubicBezTo>
                  <a:cubicBezTo>
                    <a:pt x="85979" y="152019"/>
                    <a:pt x="81153" y="152400"/>
                    <a:pt x="76200" y="152400"/>
                  </a:cubicBezTo>
                  <a:cubicBezTo>
                    <a:pt x="71247" y="152400"/>
                    <a:pt x="66294" y="151892"/>
                    <a:pt x="61341" y="150876"/>
                  </a:cubicBezTo>
                  <a:cubicBezTo>
                    <a:pt x="56388" y="149860"/>
                    <a:pt x="51689" y="148463"/>
                    <a:pt x="46990" y="146558"/>
                  </a:cubicBezTo>
                  <a:cubicBezTo>
                    <a:pt x="42291" y="144653"/>
                    <a:pt x="37973" y="142240"/>
                    <a:pt x="33782" y="139573"/>
                  </a:cubicBezTo>
                  <a:cubicBezTo>
                    <a:pt x="29591" y="136906"/>
                    <a:pt x="25781" y="133604"/>
                    <a:pt x="22225" y="130048"/>
                  </a:cubicBezTo>
                  <a:cubicBezTo>
                    <a:pt x="18669" y="126492"/>
                    <a:pt x="15494" y="122682"/>
                    <a:pt x="12700" y="118491"/>
                  </a:cubicBezTo>
                  <a:cubicBezTo>
                    <a:pt x="9906" y="114300"/>
                    <a:pt x="7747" y="109982"/>
                    <a:pt x="5842" y="105410"/>
                  </a:cubicBezTo>
                  <a:cubicBezTo>
                    <a:pt x="3937" y="100838"/>
                    <a:pt x="2413" y="96012"/>
                    <a:pt x="1524" y="91059"/>
                  </a:cubicBezTo>
                  <a:cubicBezTo>
                    <a:pt x="635" y="86106"/>
                    <a:pt x="0" y="81153"/>
                    <a:pt x="0" y="76200"/>
                  </a:cubicBezTo>
                  <a:cubicBezTo>
                    <a:pt x="0" y="71247"/>
                    <a:pt x="508" y="66294"/>
                    <a:pt x="1524" y="61341"/>
                  </a:cubicBezTo>
                  <a:cubicBezTo>
                    <a:pt x="2540" y="56388"/>
                    <a:pt x="3937" y="51689"/>
                    <a:pt x="5842" y="46990"/>
                  </a:cubicBezTo>
                  <a:cubicBezTo>
                    <a:pt x="7747" y="42291"/>
                    <a:pt x="10160" y="37973"/>
                    <a:pt x="12827" y="33782"/>
                  </a:cubicBezTo>
                  <a:cubicBezTo>
                    <a:pt x="15494" y="29591"/>
                    <a:pt x="18796" y="25781"/>
                    <a:pt x="22352" y="22225"/>
                  </a:cubicBezTo>
                  <a:cubicBezTo>
                    <a:pt x="25908" y="18669"/>
                    <a:pt x="29718" y="15494"/>
                    <a:pt x="33909" y="12700"/>
                  </a:cubicBezTo>
                  <a:cubicBezTo>
                    <a:pt x="38100" y="9906"/>
                    <a:pt x="42418" y="7747"/>
                    <a:pt x="46990" y="5842"/>
                  </a:cubicBezTo>
                  <a:cubicBezTo>
                    <a:pt x="51562" y="3937"/>
                    <a:pt x="56388" y="2413"/>
                    <a:pt x="61341" y="1524"/>
                  </a:cubicBezTo>
                  <a:cubicBezTo>
                    <a:pt x="66294" y="635"/>
                    <a:pt x="71247" y="0"/>
                    <a:pt x="76200" y="0"/>
                  </a:cubicBezTo>
                  <a:cubicBezTo>
                    <a:pt x="81153" y="0"/>
                    <a:pt x="86106" y="508"/>
                    <a:pt x="91059" y="1524"/>
                  </a:cubicBezTo>
                  <a:cubicBezTo>
                    <a:pt x="96012" y="2540"/>
                    <a:pt x="100711" y="3937"/>
                    <a:pt x="105410" y="5842"/>
                  </a:cubicBezTo>
                  <a:cubicBezTo>
                    <a:pt x="110109" y="7747"/>
                    <a:pt x="114427" y="10160"/>
                    <a:pt x="118618" y="12827"/>
                  </a:cubicBezTo>
                  <a:cubicBezTo>
                    <a:pt x="122809" y="15494"/>
                    <a:pt x="126619" y="18796"/>
                    <a:pt x="130175" y="22352"/>
                  </a:cubicBezTo>
                  <a:cubicBezTo>
                    <a:pt x="133731" y="25908"/>
                    <a:pt x="136906" y="29718"/>
                    <a:pt x="139700" y="33909"/>
                  </a:cubicBezTo>
                  <a:cubicBezTo>
                    <a:pt x="142494" y="38100"/>
                    <a:pt x="144780" y="42418"/>
                    <a:pt x="146685" y="47117"/>
                  </a:cubicBezTo>
                  <a:cubicBezTo>
                    <a:pt x="148590" y="51816"/>
                    <a:pt x="149987" y="56515"/>
                    <a:pt x="151003" y="61468"/>
                  </a:cubicBezTo>
                  <a:cubicBezTo>
                    <a:pt x="152019" y="66421"/>
                    <a:pt x="152400" y="71247"/>
                    <a:pt x="152400" y="76200"/>
                  </a:cubicBezTo>
                  <a:close/>
                </a:path>
              </a:pathLst>
            </a:custGeom>
            <a:solidFill>
              <a:srgbClr val="100C92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2187597" y="4184904"/>
            <a:ext cx="2534174" cy="3198800"/>
          </a:xfrm>
          <a:custGeom>
            <a:avLst/>
            <a:gdLst/>
            <a:ahLst/>
            <a:cxnLst/>
            <a:rect r="r" b="b" t="t" l="l"/>
            <a:pathLst>
              <a:path h="3198800" w="2534174">
                <a:moveTo>
                  <a:pt x="0" y="0"/>
                </a:moveTo>
                <a:lnTo>
                  <a:pt x="2534174" y="0"/>
                </a:lnTo>
                <a:lnTo>
                  <a:pt x="2534174" y="3198800"/>
                </a:lnTo>
                <a:lnTo>
                  <a:pt x="0" y="319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643048" y="4184904"/>
            <a:ext cx="2506247" cy="3198800"/>
          </a:xfrm>
          <a:custGeom>
            <a:avLst/>
            <a:gdLst/>
            <a:ahLst/>
            <a:cxnLst/>
            <a:rect r="r" b="b" t="t" l="l"/>
            <a:pathLst>
              <a:path h="3198800" w="2506247">
                <a:moveTo>
                  <a:pt x="0" y="0"/>
                </a:moveTo>
                <a:lnTo>
                  <a:pt x="2506247" y="0"/>
                </a:lnTo>
                <a:lnTo>
                  <a:pt x="2506247" y="3198800"/>
                </a:lnTo>
                <a:lnTo>
                  <a:pt x="0" y="3198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070562" y="4184904"/>
            <a:ext cx="2696137" cy="3198800"/>
          </a:xfrm>
          <a:custGeom>
            <a:avLst/>
            <a:gdLst/>
            <a:ahLst/>
            <a:cxnLst/>
            <a:rect r="r" b="b" t="t" l="l"/>
            <a:pathLst>
              <a:path h="3198800" w="2696137">
                <a:moveTo>
                  <a:pt x="0" y="0"/>
                </a:moveTo>
                <a:lnTo>
                  <a:pt x="2696137" y="0"/>
                </a:lnTo>
                <a:lnTo>
                  <a:pt x="2696137" y="3198800"/>
                </a:lnTo>
                <a:lnTo>
                  <a:pt x="0" y="3198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847158" y="4184904"/>
            <a:ext cx="2796673" cy="3198800"/>
          </a:xfrm>
          <a:custGeom>
            <a:avLst/>
            <a:gdLst/>
            <a:ahLst/>
            <a:cxnLst/>
            <a:rect r="r" b="b" t="t" l="l"/>
            <a:pathLst>
              <a:path h="3198800" w="2796673">
                <a:moveTo>
                  <a:pt x="0" y="0"/>
                </a:moveTo>
                <a:lnTo>
                  <a:pt x="2796673" y="0"/>
                </a:lnTo>
                <a:lnTo>
                  <a:pt x="2796673" y="3198800"/>
                </a:lnTo>
                <a:lnTo>
                  <a:pt x="0" y="3198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7195797" y="6128309"/>
            <a:ext cx="1158745" cy="4222185"/>
            <a:chOff x="0" y="0"/>
            <a:chExt cx="1158748" cy="42221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0" y="81534"/>
              <a:ext cx="1028700" cy="2361184"/>
            </a:xfrm>
            <a:custGeom>
              <a:avLst/>
              <a:gdLst/>
              <a:ahLst/>
              <a:cxnLst/>
              <a:rect r="r" b="b" t="t" l="l"/>
              <a:pathLst>
                <a:path h="2361184" w="1028700">
                  <a:moveTo>
                    <a:pt x="1028700" y="0"/>
                  </a:moveTo>
                  <a:cubicBezTo>
                    <a:pt x="447294" y="79248"/>
                    <a:pt x="0" y="577723"/>
                    <a:pt x="0" y="1180084"/>
                  </a:cubicBezTo>
                  <a:cubicBezTo>
                    <a:pt x="0" y="1783334"/>
                    <a:pt x="447294" y="2281936"/>
                    <a:pt x="1028700" y="2361184"/>
                  </a:cubicBezTo>
                  <a:lnTo>
                    <a:pt x="1028700" y="1661160"/>
                  </a:lnTo>
                  <a:cubicBezTo>
                    <a:pt x="828167" y="1593469"/>
                    <a:pt x="683641" y="1404112"/>
                    <a:pt x="683641" y="1180211"/>
                  </a:cubicBezTo>
                  <a:cubicBezTo>
                    <a:pt x="683641" y="957072"/>
                    <a:pt x="828167" y="767715"/>
                    <a:pt x="1028700" y="700024"/>
                  </a:cubicBezTo>
                  <a:lnTo>
                    <a:pt x="1028700" y="700024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1028700" cy="4095242"/>
            </a:xfrm>
            <a:custGeom>
              <a:avLst/>
              <a:gdLst/>
              <a:ahLst/>
              <a:cxnLst/>
              <a:rect r="r" b="b" t="t" l="l"/>
              <a:pathLst>
                <a:path h="4095242" w="1028700">
                  <a:moveTo>
                    <a:pt x="0" y="0"/>
                  </a:moveTo>
                  <a:lnTo>
                    <a:pt x="0" y="4095242"/>
                  </a:lnTo>
                  <a:lnTo>
                    <a:pt x="1028700" y="4095242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60246" y="879100"/>
            <a:ext cx="9301658" cy="1735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19"/>
              </a:lnSpc>
            </a:pPr>
            <a:r>
              <a:rPr lang="en-US" b="true" sz="3870">
                <a:solidFill>
                  <a:srgbClr val="100C92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Article for Category: Electronics</a:t>
            </a:r>
          </a:p>
          <a:p>
            <a:pPr algn="l">
              <a:lnSpc>
                <a:spcPts val="4999"/>
              </a:lnSpc>
            </a:pPr>
            <a:r>
              <a:rPr lang="en-US" b="true" sz="3570">
                <a:solidFill>
                  <a:srgbClr val="100C92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Worst Product (To Avoid)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84594" y="2880017"/>
            <a:ext cx="9388840" cy="666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6"/>
              </a:lnSpc>
            </a:pPr>
            <a:r>
              <a:rPr lang="en-US" sz="3354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OEM Amazon Kindle Power USB Adapter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78891" y="7441721"/>
            <a:ext cx="2118674" cy="1424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597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"Overpriced (costs $19.99)"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23245" y="7487393"/>
            <a:ext cx="2112959" cy="967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597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"Feels like a scam"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34868" y="7487393"/>
            <a:ext cx="2567092" cy="1424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597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"Didn’t need it — waste of money"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17500" y="7441721"/>
            <a:ext cx="3174644" cy="1424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597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"A critical item sold separately — outrageous"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6551" y="1167708"/>
            <a:ext cx="1143267" cy="4222185"/>
            <a:chOff x="0" y="0"/>
            <a:chExt cx="1143267" cy="42221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6548" y="1782445"/>
              <a:ext cx="1011809" cy="2356739"/>
            </a:xfrm>
            <a:custGeom>
              <a:avLst/>
              <a:gdLst/>
              <a:ahLst/>
              <a:cxnLst/>
              <a:rect r="r" b="b" t="t" l="l"/>
              <a:pathLst>
                <a:path h="2356739" w="1011809">
                  <a:moveTo>
                    <a:pt x="0" y="0"/>
                  </a:moveTo>
                  <a:lnTo>
                    <a:pt x="0" y="703453"/>
                  </a:lnTo>
                  <a:lnTo>
                    <a:pt x="0" y="703453"/>
                  </a:lnTo>
                  <a:cubicBezTo>
                    <a:pt x="192278" y="775589"/>
                    <a:pt x="329311" y="960882"/>
                    <a:pt x="329311" y="1178814"/>
                  </a:cubicBezTo>
                  <a:cubicBezTo>
                    <a:pt x="329311" y="1396111"/>
                    <a:pt x="192278" y="1581277"/>
                    <a:pt x="0" y="1653286"/>
                  </a:cubicBezTo>
                  <a:lnTo>
                    <a:pt x="0" y="2356740"/>
                  </a:lnTo>
                  <a:cubicBezTo>
                    <a:pt x="558419" y="2272919"/>
                    <a:pt x="989584" y="1801496"/>
                    <a:pt x="1011809" y="1225678"/>
                  </a:cubicBezTo>
                  <a:lnTo>
                    <a:pt x="1011809" y="1131952"/>
                  </a:lnTo>
                  <a:lnTo>
                    <a:pt x="1011809" y="1131952"/>
                  </a:lnTo>
                  <a:cubicBezTo>
                    <a:pt x="989584" y="555499"/>
                    <a:pt x="558419" y="83948"/>
                    <a:pt x="0" y="128"/>
                  </a:cubicBez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6548" y="63500"/>
              <a:ext cx="1013206" cy="4095242"/>
            </a:xfrm>
            <a:custGeom>
              <a:avLst/>
              <a:gdLst/>
              <a:ahLst/>
              <a:cxnLst/>
              <a:rect r="r" b="b" t="t" l="l"/>
              <a:pathLst>
                <a:path h="4095242" w="1013206">
                  <a:moveTo>
                    <a:pt x="0" y="0"/>
                  </a:moveTo>
                  <a:lnTo>
                    <a:pt x="0" y="4095242"/>
                  </a:lnTo>
                  <a:lnTo>
                    <a:pt x="1013206" y="4095242"/>
                  </a:lnTo>
                  <a:lnTo>
                    <a:pt x="101320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722196" y="3226413"/>
            <a:ext cx="152400" cy="152400"/>
            <a:chOff x="0" y="0"/>
            <a:chExt cx="152400" cy="152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152400" y="76200"/>
                  </a:moveTo>
                  <a:cubicBezTo>
                    <a:pt x="152400" y="81153"/>
                    <a:pt x="151892" y="86106"/>
                    <a:pt x="150876" y="91059"/>
                  </a:cubicBezTo>
                  <a:cubicBezTo>
                    <a:pt x="149860" y="96012"/>
                    <a:pt x="148463" y="100711"/>
                    <a:pt x="146558" y="105410"/>
                  </a:cubicBezTo>
                  <a:cubicBezTo>
                    <a:pt x="144653" y="110109"/>
                    <a:pt x="142240" y="114427"/>
                    <a:pt x="139573" y="118618"/>
                  </a:cubicBezTo>
                  <a:cubicBezTo>
                    <a:pt x="136906" y="122809"/>
                    <a:pt x="133604" y="126619"/>
                    <a:pt x="130048" y="130175"/>
                  </a:cubicBezTo>
                  <a:cubicBezTo>
                    <a:pt x="126492" y="133731"/>
                    <a:pt x="122682" y="136906"/>
                    <a:pt x="118491" y="139700"/>
                  </a:cubicBezTo>
                  <a:cubicBezTo>
                    <a:pt x="114300" y="142494"/>
                    <a:pt x="109982" y="144780"/>
                    <a:pt x="105283" y="146685"/>
                  </a:cubicBezTo>
                  <a:cubicBezTo>
                    <a:pt x="100584" y="148590"/>
                    <a:pt x="95885" y="149987"/>
                    <a:pt x="90932" y="151003"/>
                  </a:cubicBezTo>
                  <a:cubicBezTo>
                    <a:pt x="85979" y="152019"/>
                    <a:pt x="81153" y="152400"/>
                    <a:pt x="76200" y="152400"/>
                  </a:cubicBezTo>
                  <a:cubicBezTo>
                    <a:pt x="71247" y="152400"/>
                    <a:pt x="66294" y="151892"/>
                    <a:pt x="61341" y="150876"/>
                  </a:cubicBezTo>
                  <a:cubicBezTo>
                    <a:pt x="56388" y="149860"/>
                    <a:pt x="51689" y="148463"/>
                    <a:pt x="46990" y="146558"/>
                  </a:cubicBezTo>
                  <a:cubicBezTo>
                    <a:pt x="42291" y="144653"/>
                    <a:pt x="37973" y="142240"/>
                    <a:pt x="33782" y="139573"/>
                  </a:cubicBezTo>
                  <a:cubicBezTo>
                    <a:pt x="29591" y="136906"/>
                    <a:pt x="25781" y="133604"/>
                    <a:pt x="22225" y="130048"/>
                  </a:cubicBezTo>
                  <a:cubicBezTo>
                    <a:pt x="18669" y="126492"/>
                    <a:pt x="15494" y="122682"/>
                    <a:pt x="12700" y="118491"/>
                  </a:cubicBezTo>
                  <a:cubicBezTo>
                    <a:pt x="9906" y="114300"/>
                    <a:pt x="7747" y="109982"/>
                    <a:pt x="5842" y="105410"/>
                  </a:cubicBezTo>
                  <a:cubicBezTo>
                    <a:pt x="3937" y="100838"/>
                    <a:pt x="2413" y="96012"/>
                    <a:pt x="1524" y="91059"/>
                  </a:cubicBezTo>
                  <a:cubicBezTo>
                    <a:pt x="635" y="86106"/>
                    <a:pt x="0" y="81153"/>
                    <a:pt x="0" y="76200"/>
                  </a:cubicBezTo>
                  <a:cubicBezTo>
                    <a:pt x="0" y="71247"/>
                    <a:pt x="508" y="66294"/>
                    <a:pt x="1524" y="61341"/>
                  </a:cubicBezTo>
                  <a:cubicBezTo>
                    <a:pt x="2540" y="56388"/>
                    <a:pt x="3937" y="51689"/>
                    <a:pt x="5842" y="46990"/>
                  </a:cubicBezTo>
                  <a:cubicBezTo>
                    <a:pt x="7747" y="42291"/>
                    <a:pt x="10160" y="37973"/>
                    <a:pt x="12827" y="33782"/>
                  </a:cubicBezTo>
                  <a:cubicBezTo>
                    <a:pt x="15494" y="29591"/>
                    <a:pt x="18796" y="25781"/>
                    <a:pt x="22352" y="22225"/>
                  </a:cubicBezTo>
                  <a:cubicBezTo>
                    <a:pt x="25908" y="18669"/>
                    <a:pt x="29718" y="15494"/>
                    <a:pt x="33909" y="12700"/>
                  </a:cubicBezTo>
                  <a:cubicBezTo>
                    <a:pt x="38100" y="9906"/>
                    <a:pt x="42418" y="7747"/>
                    <a:pt x="46990" y="5842"/>
                  </a:cubicBezTo>
                  <a:cubicBezTo>
                    <a:pt x="51562" y="3937"/>
                    <a:pt x="56388" y="2413"/>
                    <a:pt x="61341" y="1524"/>
                  </a:cubicBezTo>
                  <a:cubicBezTo>
                    <a:pt x="66294" y="635"/>
                    <a:pt x="71247" y="0"/>
                    <a:pt x="76200" y="0"/>
                  </a:cubicBezTo>
                  <a:cubicBezTo>
                    <a:pt x="81153" y="0"/>
                    <a:pt x="86106" y="508"/>
                    <a:pt x="91059" y="1524"/>
                  </a:cubicBezTo>
                  <a:cubicBezTo>
                    <a:pt x="96012" y="2540"/>
                    <a:pt x="100711" y="3937"/>
                    <a:pt x="105410" y="5842"/>
                  </a:cubicBezTo>
                  <a:cubicBezTo>
                    <a:pt x="110109" y="7747"/>
                    <a:pt x="114427" y="10160"/>
                    <a:pt x="118618" y="12827"/>
                  </a:cubicBezTo>
                  <a:cubicBezTo>
                    <a:pt x="122809" y="15494"/>
                    <a:pt x="126619" y="18796"/>
                    <a:pt x="130175" y="22352"/>
                  </a:cubicBezTo>
                  <a:cubicBezTo>
                    <a:pt x="133731" y="25908"/>
                    <a:pt x="136906" y="29718"/>
                    <a:pt x="139700" y="33909"/>
                  </a:cubicBezTo>
                  <a:cubicBezTo>
                    <a:pt x="142494" y="38100"/>
                    <a:pt x="144780" y="42418"/>
                    <a:pt x="146685" y="47117"/>
                  </a:cubicBezTo>
                  <a:cubicBezTo>
                    <a:pt x="148590" y="51816"/>
                    <a:pt x="149987" y="56515"/>
                    <a:pt x="151003" y="61468"/>
                  </a:cubicBezTo>
                  <a:cubicBezTo>
                    <a:pt x="152019" y="66421"/>
                    <a:pt x="152400" y="71247"/>
                    <a:pt x="152400" y="76200"/>
                  </a:cubicBezTo>
                  <a:close/>
                </a:path>
              </a:pathLst>
            </a:custGeom>
            <a:solidFill>
              <a:srgbClr val="100C92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2635977" y="3908869"/>
            <a:ext cx="2224554" cy="3032931"/>
          </a:xfrm>
          <a:custGeom>
            <a:avLst/>
            <a:gdLst/>
            <a:ahLst/>
            <a:cxnLst/>
            <a:rect r="r" b="b" t="t" l="l"/>
            <a:pathLst>
              <a:path h="3032931" w="2224554">
                <a:moveTo>
                  <a:pt x="0" y="0"/>
                </a:moveTo>
                <a:lnTo>
                  <a:pt x="2224554" y="0"/>
                </a:lnTo>
                <a:lnTo>
                  <a:pt x="2224554" y="3032932"/>
                </a:lnTo>
                <a:lnTo>
                  <a:pt x="0" y="3032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744528" y="3908869"/>
            <a:ext cx="2499303" cy="3032931"/>
          </a:xfrm>
          <a:custGeom>
            <a:avLst/>
            <a:gdLst/>
            <a:ahLst/>
            <a:cxnLst/>
            <a:rect r="r" b="b" t="t" l="l"/>
            <a:pathLst>
              <a:path h="3032931" w="2499303">
                <a:moveTo>
                  <a:pt x="0" y="0"/>
                </a:moveTo>
                <a:lnTo>
                  <a:pt x="2499302" y="0"/>
                </a:lnTo>
                <a:lnTo>
                  <a:pt x="2499302" y="3032932"/>
                </a:lnTo>
                <a:lnTo>
                  <a:pt x="0" y="30329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292380" y="3908869"/>
            <a:ext cx="2462317" cy="3032931"/>
          </a:xfrm>
          <a:custGeom>
            <a:avLst/>
            <a:gdLst/>
            <a:ahLst/>
            <a:cxnLst/>
            <a:rect r="r" b="b" t="t" l="l"/>
            <a:pathLst>
              <a:path h="3032931" w="2462317">
                <a:moveTo>
                  <a:pt x="0" y="0"/>
                </a:moveTo>
                <a:lnTo>
                  <a:pt x="2462318" y="0"/>
                </a:lnTo>
                <a:lnTo>
                  <a:pt x="2462318" y="3032932"/>
                </a:lnTo>
                <a:lnTo>
                  <a:pt x="0" y="30329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6955" y="3908869"/>
            <a:ext cx="2969533" cy="3032931"/>
          </a:xfrm>
          <a:custGeom>
            <a:avLst/>
            <a:gdLst/>
            <a:ahLst/>
            <a:cxnLst/>
            <a:rect r="r" b="b" t="t" l="l"/>
            <a:pathLst>
              <a:path h="3032931" w="2969533">
                <a:moveTo>
                  <a:pt x="0" y="0"/>
                </a:moveTo>
                <a:lnTo>
                  <a:pt x="2969533" y="0"/>
                </a:lnTo>
                <a:lnTo>
                  <a:pt x="2969533" y="3032932"/>
                </a:lnTo>
                <a:lnTo>
                  <a:pt x="0" y="30329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7195797" y="6128309"/>
            <a:ext cx="1158745" cy="4222185"/>
            <a:chOff x="0" y="0"/>
            <a:chExt cx="1158748" cy="42221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0" y="81534"/>
              <a:ext cx="1028700" cy="2361184"/>
            </a:xfrm>
            <a:custGeom>
              <a:avLst/>
              <a:gdLst/>
              <a:ahLst/>
              <a:cxnLst/>
              <a:rect r="r" b="b" t="t" l="l"/>
              <a:pathLst>
                <a:path h="2361184" w="1028700">
                  <a:moveTo>
                    <a:pt x="1028700" y="0"/>
                  </a:moveTo>
                  <a:cubicBezTo>
                    <a:pt x="447294" y="79248"/>
                    <a:pt x="0" y="577723"/>
                    <a:pt x="0" y="1180084"/>
                  </a:cubicBezTo>
                  <a:cubicBezTo>
                    <a:pt x="0" y="1783334"/>
                    <a:pt x="447294" y="2281936"/>
                    <a:pt x="1028700" y="2361184"/>
                  </a:cubicBezTo>
                  <a:lnTo>
                    <a:pt x="1028700" y="1661160"/>
                  </a:lnTo>
                  <a:cubicBezTo>
                    <a:pt x="828167" y="1593469"/>
                    <a:pt x="683641" y="1404112"/>
                    <a:pt x="683641" y="1180211"/>
                  </a:cubicBezTo>
                  <a:cubicBezTo>
                    <a:pt x="683641" y="957072"/>
                    <a:pt x="828167" y="767715"/>
                    <a:pt x="1028700" y="700024"/>
                  </a:cubicBezTo>
                  <a:lnTo>
                    <a:pt x="1028700" y="700024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1028700" cy="4095242"/>
            </a:xfrm>
            <a:custGeom>
              <a:avLst/>
              <a:gdLst/>
              <a:ahLst/>
              <a:cxnLst/>
              <a:rect r="r" b="b" t="t" l="l"/>
              <a:pathLst>
                <a:path h="4095242" w="1028700">
                  <a:moveTo>
                    <a:pt x="0" y="0"/>
                  </a:moveTo>
                  <a:lnTo>
                    <a:pt x="0" y="4095242"/>
                  </a:lnTo>
                  <a:lnTo>
                    <a:pt x="1028700" y="4095242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60246" y="879100"/>
            <a:ext cx="9301658" cy="1735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19"/>
              </a:lnSpc>
            </a:pPr>
            <a:r>
              <a:rPr lang="en-US" b="true" sz="3870">
                <a:solidFill>
                  <a:srgbClr val="100C92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Article for Category: Electronics</a:t>
            </a:r>
          </a:p>
          <a:p>
            <a:pPr algn="l">
              <a:lnSpc>
                <a:spcPts val="4999"/>
              </a:lnSpc>
            </a:pPr>
            <a:r>
              <a:rPr lang="en-US" b="true" sz="3570">
                <a:solidFill>
                  <a:srgbClr val="100C92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Common Complaints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84594" y="2880017"/>
            <a:ext cx="4345153" cy="666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6"/>
              </a:lnSpc>
            </a:pPr>
            <a:r>
              <a:rPr lang="en-US" sz="3354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Amazon Echo Plus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05049" y="7013991"/>
            <a:ext cx="2331958" cy="1424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597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"Built-in Hub is almost useless"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620007" y="7037851"/>
            <a:ext cx="2732599" cy="1881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597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"Only discovered 2 out of 12 smart bulbs"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03366" y="7037851"/>
            <a:ext cx="3025950" cy="1881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597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"Tried for 3 days — failed, but Hue Bridge worked instantly"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89541" y="7070836"/>
            <a:ext cx="2528411" cy="967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597">
                <a:solidFill>
                  <a:srgbClr val="100C92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"Returned the product"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E2E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028045" y="2269084"/>
            <a:ext cx="12272029" cy="5748833"/>
            <a:chOff x="0" y="0"/>
            <a:chExt cx="12272023" cy="57488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72010" cy="5748782"/>
            </a:xfrm>
            <a:custGeom>
              <a:avLst/>
              <a:gdLst/>
              <a:ahLst/>
              <a:cxnLst/>
              <a:rect r="r" b="b" t="t" l="l"/>
              <a:pathLst>
                <a:path h="5748782" w="12272010">
                  <a:moveTo>
                    <a:pt x="0" y="5748782"/>
                  </a:moveTo>
                  <a:lnTo>
                    <a:pt x="12272010" y="5748782"/>
                  </a:lnTo>
                  <a:lnTo>
                    <a:pt x="122720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63503" y="-63503"/>
            <a:ext cx="18414997" cy="1367342"/>
            <a:chOff x="0" y="0"/>
            <a:chExt cx="18415000" cy="1367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68020"/>
              <a:ext cx="569341" cy="625348"/>
            </a:xfrm>
            <a:custGeom>
              <a:avLst/>
              <a:gdLst/>
              <a:ahLst/>
              <a:cxnLst/>
              <a:rect r="r" b="b" t="t" l="l"/>
              <a:pathLst>
                <a:path h="625348" w="569341">
                  <a:moveTo>
                    <a:pt x="0" y="0"/>
                  </a:moveTo>
                  <a:lnTo>
                    <a:pt x="0" y="625348"/>
                  </a:lnTo>
                  <a:lnTo>
                    <a:pt x="569341" y="625348"/>
                  </a:lnTo>
                  <a:lnTo>
                    <a:pt x="569341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1190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223899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816608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407666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00502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593211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4184269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776978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5369814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5960745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553581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7146290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7737348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8330057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8" y="0"/>
                  </a:lnTo>
                  <a:lnTo>
                    <a:pt x="592708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8922893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9524365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0115423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0708132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8" y="0"/>
                  </a:lnTo>
                  <a:lnTo>
                    <a:pt x="592708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1300841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891899" y="668020"/>
              <a:ext cx="592709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09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2484735" y="63500"/>
              <a:ext cx="592709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09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3077444" y="668020"/>
              <a:ext cx="592710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10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3668502" y="63500"/>
              <a:ext cx="592710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10">
                  <a:moveTo>
                    <a:pt x="0" y="0"/>
                  </a:moveTo>
                  <a:lnTo>
                    <a:pt x="0" y="604520"/>
                  </a:lnTo>
                  <a:lnTo>
                    <a:pt x="592710" y="60452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4261212" y="668020"/>
              <a:ext cx="592710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10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4853920" y="63500"/>
              <a:ext cx="592710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10">
                  <a:moveTo>
                    <a:pt x="0" y="0"/>
                  </a:moveTo>
                  <a:lnTo>
                    <a:pt x="0" y="604520"/>
                  </a:lnTo>
                  <a:lnTo>
                    <a:pt x="592709" y="60452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5444978" y="668020"/>
              <a:ext cx="592710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10">
                  <a:moveTo>
                    <a:pt x="0" y="625475"/>
                  </a:moveTo>
                  <a:lnTo>
                    <a:pt x="0" y="0"/>
                  </a:lnTo>
                  <a:lnTo>
                    <a:pt x="592710" y="0"/>
                  </a:lnTo>
                  <a:lnTo>
                    <a:pt x="592710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6037813" y="63500"/>
              <a:ext cx="592710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10">
                  <a:moveTo>
                    <a:pt x="0" y="0"/>
                  </a:moveTo>
                  <a:lnTo>
                    <a:pt x="0" y="604520"/>
                  </a:lnTo>
                  <a:lnTo>
                    <a:pt x="592710" y="60452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6630523" y="668020"/>
              <a:ext cx="592710" cy="625475"/>
            </a:xfrm>
            <a:custGeom>
              <a:avLst/>
              <a:gdLst/>
              <a:ahLst/>
              <a:cxnLst/>
              <a:rect r="r" b="b" t="t" l="l"/>
              <a:pathLst>
                <a:path h="625475" w="592710">
                  <a:moveTo>
                    <a:pt x="0" y="625475"/>
                  </a:moveTo>
                  <a:lnTo>
                    <a:pt x="0" y="0"/>
                  </a:lnTo>
                  <a:lnTo>
                    <a:pt x="592709" y="0"/>
                  </a:lnTo>
                  <a:lnTo>
                    <a:pt x="592709" y="625348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7221581" y="63500"/>
              <a:ext cx="592710" cy="604520"/>
            </a:xfrm>
            <a:custGeom>
              <a:avLst/>
              <a:gdLst/>
              <a:ahLst/>
              <a:cxnLst/>
              <a:rect r="r" b="b" t="t" l="l"/>
              <a:pathLst>
                <a:path h="604520" w="592710">
                  <a:moveTo>
                    <a:pt x="0" y="0"/>
                  </a:moveTo>
                  <a:lnTo>
                    <a:pt x="0" y="604520"/>
                  </a:lnTo>
                  <a:lnTo>
                    <a:pt x="592710" y="60452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7814289" y="668020"/>
              <a:ext cx="537211" cy="625348"/>
            </a:xfrm>
            <a:custGeom>
              <a:avLst/>
              <a:gdLst/>
              <a:ahLst/>
              <a:cxnLst/>
              <a:rect r="r" b="b" t="t" l="l"/>
              <a:pathLst>
                <a:path h="625348" w="537211">
                  <a:moveTo>
                    <a:pt x="0" y="0"/>
                  </a:moveTo>
                  <a:lnTo>
                    <a:pt x="0" y="625348"/>
                  </a:lnTo>
                  <a:lnTo>
                    <a:pt x="537211" y="625348"/>
                  </a:lnTo>
                  <a:lnTo>
                    <a:pt x="537211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9519158" y="63500"/>
              <a:ext cx="8832342" cy="1240282"/>
            </a:xfrm>
            <a:custGeom>
              <a:avLst/>
              <a:gdLst/>
              <a:ahLst/>
              <a:cxnLst/>
              <a:rect r="r" b="b" t="t" l="l"/>
              <a:pathLst>
                <a:path h="1240282" w="8832342">
                  <a:moveTo>
                    <a:pt x="0" y="0"/>
                  </a:moveTo>
                  <a:lnTo>
                    <a:pt x="0" y="1240282"/>
                  </a:lnTo>
                  <a:lnTo>
                    <a:pt x="8832342" y="1240282"/>
                  </a:lnTo>
                  <a:lnTo>
                    <a:pt x="883234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63500" y="63500"/>
              <a:ext cx="9455658" cy="1240282"/>
            </a:xfrm>
            <a:custGeom>
              <a:avLst/>
              <a:gdLst/>
              <a:ahLst/>
              <a:cxnLst/>
              <a:rect r="r" b="b" t="t" l="l"/>
              <a:pathLst>
                <a:path h="1240282" w="9455658">
                  <a:moveTo>
                    <a:pt x="0" y="0"/>
                  </a:moveTo>
                  <a:lnTo>
                    <a:pt x="0" y="1240282"/>
                  </a:lnTo>
                  <a:lnTo>
                    <a:pt x="9455658" y="1240282"/>
                  </a:lnTo>
                  <a:lnTo>
                    <a:pt x="945565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8" id="38"/>
          <p:cNvGrpSpPr>
            <a:grpSpLocks noChangeAspect="true"/>
          </p:cNvGrpSpPr>
          <p:nvPr/>
        </p:nvGrpSpPr>
        <p:grpSpPr>
          <a:xfrm rot="0">
            <a:off x="-63503" y="9175747"/>
            <a:ext cx="18414997" cy="1174747"/>
            <a:chOff x="0" y="0"/>
            <a:chExt cx="18415000" cy="11747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63500" y="66548"/>
              <a:ext cx="569341" cy="615442"/>
            </a:xfrm>
            <a:custGeom>
              <a:avLst/>
              <a:gdLst/>
              <a:ahLst/>
              <a:cxnLst/>
              <a:rect r="r" b="b" t="t" l="l"/>
              <a:pathLst>
                <a:path h="615442" w="569341">
                  <a:moveTo>
                    <a:pt x="0" y="0"/>
                  </a:moveTo>
                  <a:lnTo>
                    <a:pt x="0" y="615442"/>
                  </a:lnTo>
                  <a:lnTo>
                    <a:pt x="569341" y="615442"/>
                  </a:lnTo>
                  <a:lnTo>
                    <a:pt x="569341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631190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223899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1816608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2407666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3000502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3593211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4184269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4776978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5369814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5960745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6553581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7146290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7737348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8330057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8" y="615442"/>
                  </a:lnTo>
                  <a:lnTo>
                    <a:pt x="592708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8922893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9524365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10115423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10708132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8" y="615442"/>
                  </a:lnTo>
                  <a:lnTo>
                    <a:pt x="592708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11300841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11891899" y="66548"/>
              <a:ext cx="592709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09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12484735" y="681990"/>
              <a:ext cx="592709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09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13077444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13668502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10" y="42926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14261212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14853920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09" y="429260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15444978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10" y="615442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16037813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10" y="42926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16630523" y="66548"/>
              <a:ext cx="592710" cy="615442"/>
            </a:xfrm>
            <a:custGeom>
              <a:avLst/>
              <a:gdLst/>
              <a:ahLst/>
              <a:cxnLst/>
              <a:rect r="r" b="b" t="t" l="l"/>
              <a:pathLst>
                <a:path h="615442" w="592710">
                  <a:moveTo>
                    <a:pt x="0" y="0"/>
                  </a:moveTo>
                  <a:lnTo>
                    <a:pt x="0" y="615442"/>
                  </a:lnTo>
                  <a:lnTo>
                    <a:pt x="592709" y="615442"/>
                  </a:lnTo>
                  <a:lnTo>
                    <a:pt x="592709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17221581" y="681990"/>
              <a:ext cx="592710" cy="429260"/>
            </a:xfrm>
            <a:custGeom>
              <a:avLst/>
              <a:gdLst/>
              <a:ahLst/>
              <a:cxnLst/>
              <a:rect r="r" b="b" t="t" l="l"/>
              <a:pathLst>
                <a:path h="429260" w="592710">
                  <a:moveTo>
                    <a:pt x="0" y="0"/>
                  </a:moveTo>
                  <a:lnTo>
                    <a:pt x="0" y="429260"/>
                  </a:lnTo>
                  <a:lnTo>
                    <a:pt x="592710" y="429260"/>
                  </a:lnTo>
                  <a:lnTo>
                    <a:pt x="592710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17814289" y="66548"/>
              <a:ext cx="537211" cy="615442"/>
            </a:xfrm>
            <a:custGeom>
              <a:avLst/>
              <a:gdLst/>
              <a:ahLst/>
              <a:cxnLst/>
              <a:rect r="r" b="b" t="t" l="l"/>
              <a:pathLst>
                <a:path h="615442" w="537211">
                  <a:moveTo>
                    <a:pt x="0" y="0"/>
                  </a:moveTo>
                  <a:lnTo>
                    <a:pt x="0" y="615442"/>
                  </a:lnTo>
                  <a:lnTo>
                    <a:pt x="537211" y="615442"/>
                  </a:lnTo>
                  <a:lnTo>
                    <a:pt x="537211" y="0"/>
                  </a:ln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9519158" y="63500"/>
              <a:ext cx="8832342" cy="1047750"/>
            </a:xfrm>
            <a:custGeom>
              <a:avLst/>
              <a:gdLst/>
              <a:ahLst/>
              <a:cxnLst/>
              <a:rect r="r" b="b" t="t" l="l"/>
              <a:pathLst>
                <a:path h="1047750" w="8832342">
                  <a:moveTo>
                    <a:pt x="0" y="0"/>
                  </a:moveTo>
                  <a:lnTo>
                    <a:pt x="0" y="1047750"/>
                  </a:lnTo>
                  <a:lnTo>
                    <a:pt x="8832342" y="1047750"/>
                  </a:lnTo>
                  <a:lnTo>
                    <a:pt x="883234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63500" y="63500"/>
              <a:ext cx="9455658" cy="1047750"/>
            </a:xfrm>
            <a:custGeom>
              <a:avLst/>
              <a:gdLst/>
              <a:ahLst/>
              <a:cxnLst/>
              <a:rect r="r" b="b" t="t" l="l"/>
              <a:pathLst>
                <a:path h="1047750" w="9455658">
                  <a:moveTo>
                    <a:pt x="0" y="0"/>
                  </a:moveTo>
                  <a:lnTo>
                    <a:pt x="0" y="1047750"/>
                  </a:lnTo>
                  <a:lnTo>
                    <a:pt x="9455658" y="1047750"/>
                  </a:lnTo>
                  <a:lnTo>
                    <a:pt x="945565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72" id="72"/>
          <p:cNvSpPr txBox="true"/>
          <p:nvPr/>
        </p:nvSpPr>
        <p:spPr>
          <a:xfrm rot="0">
            <a:off x="5238426" y="4305148"/>
            <a:ext cx="7967262" cy="1636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33"/>
              </a:lnSpc>
            </a:pPr>
            <a:r>
              <a:rPr lang="en-US" b="true" sz="8166">
                <a:solidFill>
                  <a:srgbClr val="100C92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DEPLOYMENT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6551" y="-66551"/>
            <a:ext cx="1452086" cy="4939274"/>
            <a:chOff x="0" y="0"/>
            <a:chExt cx="1452093" cy="4939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6548" y="1581531"/>
              <a:ext cx="1317625" cy="3251073"/>
            </a:xfrm>
            <a:custGeom>
              <a:avLst/>
              <a:gdLst/>
              <a:ahLst/>
              <a:cxnLst/>
              <a:rect r="r" b="b" t="t" l="l"/>
              <a:pathLst>
                <a:path h="3251073" w="1317625">
                  <a:moveTo>
                    <a:pt x="0" y="0"/>
                  </a:moveTo>
                  <a:lnTo>
                    <a:pt x="0" y="1004824"/>
                  </a:lnTo>
                  <a:lnTo>
                    <a:pt x="0" y="1004824"/>
                  </a:lnTo>
                  <a:cubicBezTo>
                    <a:pt x="219837" y="1124585"/>
                    <a:pt x="369189" y="1357503"/>
                    <a:pt x="369189" y="1626108"/>
                  </a:cubicBezTo>
                  <a:cubicBezTo>
                    <a:pt x="369189" y="1893824"/>
                    <a:pt x="219837" y="2126615"/>
                    <a:pt x="0" y="2246249"/>
                  </a:cubicBezTo>
                  <a:lnTo>
                    <a:pt x="0" y="3251073"/>
                  </a:lnTo>
                  <a:cubicBezTo>
                    <a:pt x="719328" y="3102356"/>
                    <a:pt x="1267714" y="2488057"/>
                    <a:pt x="1317625" y="1737995"/>
                  </a:cubicBezTo>
                  <a:lnTo>
                    <a:pt x="1317625" y="1737995"/>
                  </a:lnTo>
                  <a:lnTo>
                    <a:pt x="1317625" y="1514094"/>
                  </a:lnTo>
                  <a:lnTo>
                    <a:pt x="1317625" y="1514094"/>
                  </a:lnTo>
                  <a:cubicBezTo>
                    <a:pt x="1267714" y="763143"/>
                    <a:pt x="719328" y="148717"/>
                    <a:pt x="0" y="0"/>
                  </a:cubicBezTo>
                  <a:close/>
                </a:path>
              </a:pathLst>
            </a:custGeom>
            <a:solidFill>
              <a:srgbClr val="A9CFF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6548" y="66548"/>
              <a:ext cx="1322070" cy="4809236"/>
            </a:xfrm>
            <a:custGeom>
              <a:avLst/>
              <a:gdLst/>
              <a:ahLst/>
              <a:cxnLst/>
              <a:rect r="r" b="b" t="t" l="l"/>
              <a:pathLst>
                <a:path h="4809236" w="1322070">
                  <a:moveTo>
                    <a:pt x="0" y="0"/>
                  </a:moveTo>
                  <a:lnTo>
                    <a:pt x="0" y="4809236"/>
                  </a:lnTo>
                  <a:lnTo>
                    <a:pt x="1322070" y="4809236"/>
                  </a:lnTo>
                  <a:lnTo>
                    <a:pt x="132207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833173" y="9175747"/>
            <a:ext cx="6427241" cy="146047"/>
          </a:xfrm>
          <a:custGeom>
            <a:avLst/>
            <a:gdLst/>
            <a:ahLst/>
            <a:cxnLst/>
            <a:rect r="r" b="b" t="t" l="l"/>
            <a:pathLst>
              <a:path h="146047" w="6427241">
                <a:moveTo>
                  <a:pt x="0" y="0"/>
                </a:moveTo>
                <a:lnTo>
                  <a:pt x="6427241" y="0"/>
                </a:lnTo>
                <a:lnTo>
                  <a:pt x="6427241" y="146047"/>
                </a:lnTo>
                <a:lnTo>
                  <a:pt x="0" y="1460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965837" y="4414108"/>
            <a:ext cx="3080957" cy="4114800"/>
          </a:xfrm>
          <a:custGeom>
            <a:avLst/>
            <a:gdLst/>
            <a:ahLst/>
            <a:cxnLst/>
            <a:rect r="r" b="b" t="t" l="l"/>
            <a:pathLst>
              <a:path h="4114800" w="3080957">
                <a:moveTo>
                  <a:pt x="0" y="0"/>
                </a:moveTo>
                <a:lnTo>
                  <a:pt x="3080957" y="0"/>
                </a:lnTo>
                <a:lnTo>
                  <a:pt x="30809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709601" y="3058606"/>
            <a:ext cx="7252164" cy="4112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98"/>
              </a:lnSpc>
            </a:pPr>
            <a:r>
              <a:rPr lang="en-US" b="true" sz="14355">
                <a:solidFill>
                  <a:srgbClr val="100C92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DAGkkQEXlVA</dc:identifier>
  <dcterms:modified xsi:type="dcterms:W3CDTF">2011-08-01T06:04:30Z</dcterms:modified>
  <cp:revision>1</cp:revision>
  <dc:title>Blue White Illustrative Retro Cyber Monday Presentation</dc:title>
</cp:coreProperties>
</file>